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3906583e404b9a" /><Relationship Type="http://schemas.openxmlformats.org/officeDocument/2006/relationships/extended-properties" Target="/docProps/app.xml" Id="R5365777f7aaf4c80" /><Relationship Type="http://schemas.openxmlformats.org/officeDocument/2006/relationships/officeDocument" Target="/ppt/presentation.xml" Id="Rbad706e8d5754b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544f6b9fdf4c3c"/>
  </p:sldMasterIdLst>
  <p:notesMasterIdLst>
    <p:notesMasterId xmlns:r="http://schemas.openxmlformats.org/officeDocument/2006/relationships" r:id="R9cd3fa7ac1844e39"/>
  </p:notesMasterIdLst>
  <p:sldIdLst>
    <p:sldId xmlns:r="http://schemas.openxmlformats.org/officeDocument/2006/relationships" id="256" r:id="R4a432d86e9ea4e38"/>
    <p:sldId xmlns:r="http://schemas.openxmlformats.org/officeDocument/2006/relationships" id="257" r:id="R5e96b83a0d914907"/>
    <p:sldId xmlns:r="http://schemas.openxmlformats.org/officeDocument/2006/relationships" id="258" r:id="R9e58a5d3fc3a4909"/>
    <p:sldId xmlns:r="http://schemas.openxmlformats.org/officeDocument/2006/relationships" id="259" r:id="Rc69717e0984d4c4c"/>
    <p:sldId xmlns:r="http://schemas.openxmlformats.org/officeDocument/2006/relationships" id="260" r:id="Rc9e00ca4c46b4731"/>
    <p:sldId xmlns:r="http://schemas.openxmlformats.org/officeDocument/2006/relationships" id="261" r:id="R4f76b1797bbe4bdb"/>
    <p:sldId xmlns:r="http://schemas.openxmlformats.org/officeDocument/2006/relationships" id="262" r:id="Rcc271bf692384047"/>
    <p:sldId xmlns:r="http://schemas.openxmlformats.org/officeDocument/2006/relationships" id="263" r:id="R97c576d8966d47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d6d9c5779d4a9a" /><Relationship Type="http://schemas.openxmlformats.org/officeDocument/2006/relationships/slideMaster" Target="/ppt/slideMasters/slideMaster1.xml" Id="Rc4544f6b9fdf4c3c" /><Relationship Type="http://schemas.openxmlformats.org/officeDocument/2006/relationships/notesMaster" Target="/ppt/notesMasters/notesMaster1.xml" Id="R9cd3fa7ac1844e39" /><Relationship Type="http://schemas.openxmlformats.org/officeDocument/2006/relationships/presProps" Target="/ppt/presProps.xml" Id="R76350ee9d7cd48fb" /><Relationship Type="http://schemas.openxmlformats.org/officeDocument/2006/relationships/viewProps" Target="/ppt/viewProps.xml" Id="Rca8806914a934176" /><Relationship Type="http://schemas.openxmlformats.org/officeDocument/2006/relationships/tableStyles" Target="/ppt/tableStyles.xml" Id="R9ab7de12a5164a6e" /><Relationship Type="http://schemas.openxmlformats.org/officeDocument/2006/relationships/slide" Target="/ppt/slides/slide1.xml" Id="R4a432d86e9ea4e38" /><Relationship Type="http://schemas.openxmlformats.org/officeDocument/2006/relationships/slide" Target="/ppt/slides/slide2.xml" Id="R5e96b83a0d914907" /><Relationship Type="http://schemas.openxmlformats.org/officeDocument/2006/relationships/slide" Target="/ppt/slides/slide3.xml" Id="R9e58a5d3fc3a4909" /><Relationship Type="http://schemas.openxmlformats.org/officeDocument/2006/relationships/slide" Target="/ppt/slides/slide4.xml" Id="Rc69717e0984d4c4c" /><Relationship Type="http://schemas.openxmlformats.org/officeDocument/2006/relationships/slide" Target="/ppt/slides/slide5.xml" Id="Rc9e00ca4c46b4731" /><Relationship Type="http://schemas.openxmlformats.org/officeDocument/2006/relationships/slide" Target="/ppt/slides/slide6.xml" Id="R4f76b1797bbe4bdb" /><Relationship Type="http://schemas.openxmlformats.org/officeDocument/2006/relationships/slide" Target="/ppt/slides/slide7.xml" Id="Rcc271bf692384047" /><Relationship Type="http://schemas.openxmlformats.org/officeDocument/2006/relationships/slide" Target="/ppt/slides/slide8.xml" Id="R97c576d8966d47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9191f0a1ec42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f677cb3fcf4bbd" /><Relationship Type="http://schemas.openxmlformats.org/officeDocument/2006/relationships/notesMaster" Target="/ppt/notesMasters/notesMaster1.xml" Id="R313730d9b3ca44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dbaf0ea998492c" /><Relationship Type="http://schemas.openxmlformats.org/officeDocument/2006/relationships/notesMaster" Target="/ppt/notesMasters/notesMaster1.xml" Id="Rdf5d7bf0424a46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caa74ff1c14674" /><Relationship Type="http://schemas.openxmlformats.org/officeDocument/2006/relationships/notesMaster" Target="/ppt/notesMasters/notesMaster1.xml" Id="R31c3719fb23f4b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6fbb3d2dce4d12" /><Relationship Type="http://schemas.openxmlformats.org/officeDocument/2006/relationships/notesMaster" Target="/ppt/notesMasters/notesMaster1.xml" Id="R34521f8c4afa41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8a67a297644906" /><Relationship Type="http://schemas.openxmlformats.org/officeDocument/2006/relationships/notesMaster" Target="/ppt/notesMasters/notesMaster1.xml" Id="R246f53b9a97e41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5a057d5bcc47ac" /><Relationship Type="http://schemas.openxmlformats.org/officeDocument/2006/relationships/notesMaster" Target="/ppt/notesMasters/notesMaster1.xml" Id="R9dddd4c405bc48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30f5f20bac4e7c" /><Relationship Type="http://schemas.openxmlformats.org/officeDocument/2006/relationships/notesMaster" Target="/ppt/notesMasters/notesMaster1.xml" Id="R53883815f40546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6744c38a48496a" /><Relationship Type="http://schemas.openxmlformats.org/officeDocument/2006/relationships/notesMaster" Target="/ppt/notesMasters/notesMaster1.xml" Id="Ra17c4fb18eb345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supplied Theme05_Participant_Guide_UPDATED_FBD.docx (maximum eight slides); official FDB-v3 reports and run evidence in docs/results/kaggle-20261004/; docs/ARCHITECTURE.md. The 2026-10-04 Kaggle run scored 70/100 strict passes and 100/100 turn-takes over all 100 recordings; the 29 recordings hit by a provider credit outage were re-recorded with the same code. The optional organizer LLM judge and single-session repeat runs remain outstanding. Live extension demonstration is pending.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supplied Theme05_Participant_Guide_UPDATED_FBD.docx (maximum eight slides); official FDB-v3 reports and run evidence in docs/results/kaggle-20261004/; docs/ARCHITECTURE.md. The 2026-10-04 Kaggle run scored 70/100 strict passes and 100/100 turn-takes over all 100 recordings; the 29 recordings hit by a provider credit outage were re-recorded with the same code. The optional organizer LLM judge and single-session repeat runs remain outstanding. Live extension demonstration is pending.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supplied Theme05_Participant_Guide_UPDATED_FBD.docx (maximum eight slides); official FDB-v3 reports and run evidence in docs/results/kaggle-20261004/; docs/ARCHITECTURE.md. The 2026-10-04 Kaggle run scored 70/100 strict passes and 100/100 turn-takes over all 100 recordings; the 29 recordings hit by a provider credit outage were re-recorded with the same code. The optional organizer LLM judge and single-session repeat runs remain outstanding. Live extension demonstration is pending.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supplied Theme05_Participant_Guide_UPDATED_FBD.docx (maximum eight slides); official FDB-v3 reports and run evidence in docs/results/kaggle-20261004/; docs/ARCHITECTURE.md. The 2026-10-04 Kaggle run scored 70/100 strict passes and 100/100 turn-takes over all 100 recordings; the 29 recordings hit by a provider credit outage were re-recorded with the same code. The optional organizer LLM judge and single-session repeat runs remain outstanding. Live extension demonstration is pending.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supplied Theme05_Participant_Guide_UPDATED_FBD.docx (maximum eight slides); official FDB-v3 reports and run evidence in docs/results/kaggle-20261004/; docs/ARCHITECTURE.md. The 2026-10-04 Kaggle run scored 70/100 strict passes and 100/100 turn-takes over all 100 recordings; the 29 recordings hit by a provider credit outage were re-recorded with the same code. The optional organizer LLM judge and single-session repeat runs remain outstanding. Live extension demonstration is pending.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supplied Theme05_Participant_Guide_UPDATED_FBD.docx (maximum eight slides); official FDB-v3 reports and run evidence in docs/results/kaggle-20261004/; docs/ARCHITECTURE.md. The 2026-10-04 Kaggle run scored 70/100 strict passes and 100/100 turn-takes over all 100 recordings; the 29 recordings hit by a provider credit outage were re-recorded with the same code. The optional organizer LLM judge and single-session repeat runs remain outstanding. Live extension demonstration is pending.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supplied Theme05_Participant_Guide_UPDATED_FBD.docx (maximum eight slides); official FDB-v3 reports and run evidence in docs/results/kaggle-20261004/; docs/ARCHITECTURE.md. The 2026-10-04 Kaggle run scored 70/100 strict passes and 100/100 turn-takes over all 100 recordings; the 29 recordings hit by a provider credit outage were re-recorded with the same code. The optional organizer LLM judge and single-session repeat runs remain outstanding. Live extension demonstration is pending.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supplied Theme05_Participant_Guide_UPDATED_FBD.docx (maximum eight slides); official FDB-v3 reports and run evidence in docs/results/kaggle-20261004/; docs/ARCHITECTURE.md. The 2026-10-04 Kaggle run scored 70/100 strict passes and 100/100 turn-takes over all 100 recordings; the 29 recordings hit by a provider credit outage were re-recorded with the same code. The optional organizer LLM judge and single-session repeat runs remain outstanding. Live extension demonstration is pending.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b444123ff4e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c9023168c44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09372a22954f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81e281f6a245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6c46bbbf9848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dec0dd3df24e5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c71622bc54b6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980d1207e40b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966af7c3b849c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beb7ecad9a489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2ca1f4e0c74f4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c95c84c81b4533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15">
            <a:extLst xmlns:a="http://schemas.openxmlformats.org/drawingml/2006/main">
              <a:ext uri="{FF2B5EF4-FFF2-40B4-BE49-F238E27FC236}">
                <a16:creationId xmlns:a16="http://schemas.microsoft.com/office/drawing/2014/main" id="{BDEF6DC2-BCB8-443A-8143-DA3B97DB0B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15">
            <a:extLst xmlns:a="http://schemas.openxmlformats.org/drawingml/2006/main">
              <a:ext uri="{FF2B5EF4-FFF2-40B4-BE49-F238E27FC236}">
                <a16:creationId xmlns:a16="http://schemas.microsoft.com/office/drawing/2014/main" id="{64303F11-9B09-45E4-8FF8-4859D835CD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15">
            <a:extLst xmlns:a="http://schemas.openxmlformats.org/drawingml/2006/main">
              <a:ext uri="{FF2B5EF4-FFF2-40B4-BE49-F238E27FC236}">
                <a16:creationId xmlns:a16="http://schemas.microsoft.com/office/drawing/2014/main" id="{97EE11DA-B0E3-4078-BCF8-331B758BA6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" name="Google Shape;20;p15">
            <a:extLst xmlns:a="http://schemas.openxmlformats.org/drawingml/2006/main">
              <a:ext uri="{FF2B5EF4-FFF2-40B4-BE49-F238E27FC236}">
                <a16:creationId xmlns:a16="http://schemas.microsoft.com/office/drawing/2014/main" id="{0D8C3A9E-D129-4B7E-91AF-D87E443258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1" name="Google Shape;21;p15">
            <a:extLst xmlns:a="http://schemas.openxmlformats.org/drawingml/2006/main">
              <a:ext uri="{FF2B5EF4-FFF2-40B4-BE49-F238E27FC236}">
                <a16:creationId xmlns:a16="http://schemas.microsoft.com/office/drawing/2014/main" id="{686BD020-BA08-48F6-9ED1-6F056F3278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16">
            <a:extLst xmlns:a="http://schemas.openxmlformats.org/drawingml/2006/main">
              <a:ext uri="{FF2B5EF4-FFF2-40B4-BE49-F238E27FC236}">
                <a16:creationId xmlns:a16="http://schemas.microsoft.com/office/drawing/2014/main" id="{47F26ECF-CB01-4791-A625-491AB7F664C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16">
            <a:extLst xmlns:a="http://schemas.openxmlformats.org/drawingml/2006/main">
              <a:ext uri="{FF2B5EF4-FFF2-40B4-BE49-F238E27FC236}">
                <a16:creationId xmlns:a16="http://schemas.microsoft.com/office/drawing/2014/main" id="{702EF39D-1168-4519-BE16-C68C7517A9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25" name="Google Shape;25;p16">
            <a:extLst xmlns:a="http://schemas.openxmlformats.org/drawingml/2006/main">
              <a:ext uri="{FF2B5EF4-FFF2-40B4-BE49-F238E27FC236}">
                <a16:creationId xmlns:a16="http://schemas.microsoft.com/office/drawing/2014/main" id="{B533529A-46C0-4969-87E0-903FB7A432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6" name="Google Shape;26;p16">
            <a:extLst xmlns:a="http://schemas.openxmlformats.org/drawingml/2006/main">
              <a:ext uri="{FF2B5EF4-FFF2-40B4-BE49-F238E27FC236}">
                <a16:creationId xmlns:a16="http://schemas.microsoft.com/office/drawing/2014/main" id="{FD9CECE9-223E-4510-B275-1197FAC73B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" name="Google Shape;27;p16">
            <a:extLst xmlns:a="http://schemas.openxmlformats.org/drawingml/2006/main">
              <a:ext uri="{FF2B5EF4-FFF2-40B4-BE49-F238E27FC236}">
                <a16:creationId xmlns:a16="http://schemas.microsoft.com/office/drawing/2014/main" id="{30F770AD-3B8A-4566-B882-E281078EAB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17">
            <a:extLst xmlns:a="http://schemas.openxmlformats.org/drawingml/2006/main">
              <a:ext uri="{FF2B5EF4-FFF2-40B4-BE49-F238E27FC236}">
                <a16:creationId xmlns:a16="http://schemas.microsoft.com/office/drawing/2014/main" id="{D16EC812-B9C9-4C0B-9F3C-6B18DE0F89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0" name="Google Shape;30;p17">
            <a:extLst xmlns:a="http://schemas.openxmlformats.org/drawingml/2006/main">
              <a:ext uri="{FF2B5EF4-FFF2-40B4-BE49-F238E27FC236}">
                <a16:creationId xmlns:a16="http://schemas.microsoft.com/office/drawing/2014/main" id="{56A4446D-0B92-46A4-905B-3945D5A854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17">
            <a:extLst xmlns:a="http://schemas.openxmlformats.org/drawingml/2006/main">
              <a:ext uri="{FF2B5EF4-FFF2-40B4-BE49-F238E27FC236}">
                <a16:creationId xmlns:a16="http://schemas.microsoft.com/office/drawing/2014/main" id="{6B1208E8-B1E8-480E-B2B1-E1AE0002F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2" name="Google Shape;32;p17">
            <a:extLst xmlns:a="http://schemas.openxmlformats.org/drawingml/2006/main">
              <a:ext uri="{FF2B5EF4-FFF2-40B4-BE49-F238E27FC236}">
                <a16:creationId xmlns:a16="http://schemas.microsoft.com/office/drawing/2014/main" id="{A50E263A-C826-4F54-9DD5-6D98C87BFA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3" name="Google Shape;33;p17">
            <a:extLst xmlns:a="http://schemas.openxmlformats.org/drawingml/2006/main">
              <a:ext uri="{FF2B5EF4-FFF2-40B4-BE49-F238E27FC236}">
                <a16:creationId xmlns:a16="http://schemas.microsoft.com/office/drawing/2014/main" id="{A8E83B27-6972-4382-A19E-2F0AF34E1C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18">
            <a:extLst xmlns:a="http://schemas.openxmlformats.org/drawingml/2006/main">
              <a:ext uri="{FF2B5EF4-FFF2-40B4-BE49-F238E27FC236}">
                <a16:creationId xmlns:a16="http://schemas.microsoft.com/office/drawing/2014/main" id="{3690BB50-97FD-4885-BF88-995D3D8C2F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6" name="Google Shape;36;p18">
            <a:extLst xmlns:a="http://schemas.openxmlformats.org/drawingml/2006/main">
              <a:ext uri="{FF2B5EF4-FFF2-40B4-BE49-F238E27FC236}">
                <a16:creationId xmlns:a16="http://schemas.microsoft.com/office/drawing/2014/main" id="{E4A30B26-CCCC-4E24-9D37-606DFCEDC5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7" name="Google Shape;37;p18">
            <a:extLst xmlns:a="http://schemas.openxmlformats.org/drawingml/2006/main">
              <a:ext uri="{FF2B5EF4-FFF2-40B4-BE49-F238E27FC236}">
                <a16:creationId xmlns:a16="http://schemas.microsoft.com/office/drawing/2014/main" id="{F80AAB1C-8CAD-485E-A280-2C1781A205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18">
            <a:extLst xmlns:a="http://schemas.openxmlformats.org/drawingml/2006/main">
              <a:ext uri="{FF2B5EF4-FFF2-40B4-BE49-F238E27FC236}">
                <a16:creationId xmlns:a16="http://schemas.microsoft.com/office/drawing/2014/main" id="{FEFC5EEB-1478-4FEC-A3C4-A7699837BF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18">
            <a:extLst xmlns:a="http://schemas.openxmlformats.org/drawingml/2006/main">
              <a:ext uri="{FF2B5EF4-FFF2-40B4-BE49-F238E27FC236}">
                <a16:creationId xmlns:a16="http://schemas.microsoft.com/office/drawing/2014/main" id="{CD06553F-C388-4913-98E9-8C140563E6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18">
            <a:extLst xmlns:a="http://schemas.openxmlformats.org/drawingml/2006/main">
              <a:ext uri="{FF2B5EF4-FFF2-40B4-BE49-F238E27FC236}">
                <a16:creationId xmlns:a16="http://schemas.microsoft.com/office/drawing/2014/main" id="{5828B9DE-02A3-4DE8-B271-9A3654430A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9">
            <a:extLst xmlns:a="http://schemas.openxmlformats.org/drawingml/2006/main">
              <a:ext uri="{FF2B5EF4-FFF2-40B4-BE49-F238E27FC236}">
                <a16:creationId xmlns:a16="http://schemas.microsoft.com/office/drawing/2014/main" id="{E56F1EEC-EEF1-4F6A-8A2A-6853B22F43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19">
            <a:extLst xmlns:a="http://schemas.openxmlformats.org/drawingml/2006/main">
              <a:ext uri="{FF2B5EF4-FFF2-40B4-BE49-F238E27FC236}">
                <a16:creationId xmlns:a16="http://schemas.microsoft.com/office/drawing/2014/main" id="{D151307D-8AC9-4252-AEF2-1DB0CAF3B7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19">
            <a:extLst xmlns:a="http://schemas.openxmlformats.org/drawingml/2006/main">
              <a:ext uri="{FF2B5EF4-FFF2-40B4-BE49-F238E27FC236}">
                <a16:creationId xmlns:a16="http://schemas.microsoft.com/office/drawing/2014/main" id="{18E26021-5E2B-411D-BEE8-1F277D9F4A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19">
            <a:extLst xmlns:a="http://schemas.openxmlformats.org/drawingml/2006/main">
              <a:ext uri="{FF2B5EF4-FFF2-40B4-BE49-F238E27FC236}">
                <a16:creationId xmlns:a16="http://schemas.microsoft.com/office/drawing/2014/main" id="{52B36C89-B8C6-42FA-BF48-3C113B16248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6" name="Google Shape;46;p19">
            <a:extLst xmlns:a="http://schemas.openxmlformats.org/drawingml/2006/main">
              <a:ext uri="{FF2B5EF4-FFF2-40B4-BE49-F238E27FC236}">
                <a16:creationId xmlns:a16="http://schemas.microsoft.com/office/drawing/2014/main" id="{8B65AF01-994E-462E-BFB3-CACC602DE9D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19">
            <a:extLst xmlns:a="http://schemas.openxmlformats.org/drawingml/2006/main">
              <a:ext uri="{FF2B5EF4-FFF2-40B4-BE49-F238E27FC236}">
                <a16:creationId xmlns:a16="http://schemas.microsoft.com/office/drawing/2014/main" id="{7A799B8C-D0F8-464E-9E90-40E74350CB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Google Shape;48;p19">
            <a:extLst xmlns:a="http://schemas.openxmlformats.org/drawingml/2006/main">
              <a:ext uri="{FF2B5EF4-FFF2-40B4-BE49-F238E27FC236}">
                <a16:creationId xmlns:a16="http://schemas.microsoft.com/office/drawing/2014/main" id="{92435B2F-579B-4B1A-943D-9637D3F1C6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9" name="Google Shape;49;p19">
            <a:extLst xmlns:a="http://schemas.openxmlformats.org/drawingml/2006/main">
              <a:ext uri="{FF2B5EF4-FFF2-40B4-BE49-F238E27FC236}">
                <a16:creationId xmlns:a16="http://schemas.microsoft.com/office/drawing/2014/main" id="{8F194BAE-E3FE-45D7-BC01-A0B746AC99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20">
            <a:extLst xmlns:a="http://schemas.openxmlformats.org/drawingml/2006/main">
              <a:ext uri="{FF2B5EF4-FFF2-40B4-BE49-F238E27FC236}">
                <a16:creationId xmlns:a16="http://schemas.microsoft.com/office/drawing/2014/main" id="{93E1293E-DBE0-478C-A0EE-EF2658D95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20">
            <a:extLst xmlns:a="http://schemas.openxmlformats.org/drawingml/2006/main">
              <a:ext uri="{FF2B5EF4-FFF2-40B4-BE49-F238E27FC236}">
                <a16:creationId xmlns:a16="http://schemas.microsoft.com/office/drawing/2014/main" id="{4D1178E6-C2F9-41E3-AE06-A419D97BE0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3" name="Google Shape;53;p20">
            <a:extLst xmlns:a="http://schemas.openxmlformats.org/drawingml/2006/main">
              <a:ext uri="{FF2B5EF4-FFF2-40B4-BE49-F238E27FC236}">
                <a16:creationId xmlns:a16="http://schemas.microsoft.com/office/drawing/2014/main" id="{A279B8DF-649F-4E65-BA13-A8E6941D3E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4" name="Google Shape;54;p20">
            <a:extLst xmlns:a="http://schemas.openxmlformats.org/drawingml/2006/main">
              <a:ext uri="{FF2B5EF4-FFF2-40B4-BE49-F238E27FC236}">
                <a16:creationId xmlns:a16="http://schemas.microsoft.com/office/drawing/2014/main" id="{73A6501C-9E6A-4F7C-9FCC-87097DCB82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 Shape;56;p21">
            <a:extLst xmlns:a="http://schemas.openxmlformats.org/drawingml/2006/main">
              <a:ext uri="{FF2B5EF4-FFF2-40B4-BE49-F238E27FC236}">
                <a16:creationId xmlns:a16="http://schemas.microsoft.com/office/drawing/2014/main" id="{99CAE481-31FB-4C61-8055-A8A5F2A8A9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7" name="Google Shape;57;p21">
            <a:extLst xmlns:a="http://schemas.openxmlformats.org/drawingml/2006/main">
              <a:ext uri="{FF2B5EF4-FFF2-40B4-BE49-F238E27FC236}">
                <a16:creationId xmlns:a16="http://schemas.microsoft.com/office/drawing/2014/main" id="{878AAEF1-CE4B-4241-AAAD-984D1B4758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8" name="Google Shape;58;p21">
            <a:extLst xmlns:a="http://schemas.openxmlformats.org/drawingml/2006/main">
              <a:ext uri="{FF2B5EF4-FFF2-40B4-BE49-F238E27FC236}">
                <a16:creationId xmlns:a16="http://schemas.microsoft.com/office/drawing/2014/main" id="{F87E867D-0957-4A09-9751-F5A82C363B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22">
            <a:extLst xmlns:a="http://schemas.openxmlformats.org/drawingml/2006/main">
              <a:ext uri="{FF2B5EF4-FFF2-40B4-BE49-F238E27FC236}">
                <a16:creationId xmlns:a16="http://schemas.microsoft.com/office/drawing/2014/main" id="{ECBB1B1B-8219-4FA9-9A48-FC539E6CA6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1" name="Google Shape;61;p22">
            <a:extLst xmlns:a="http://schemas.openxmlformats.org/drawingml/2006/main">
              <a:ext uri="{FF2B5EF4-FFF2-40B4-BE49-F238E27FC236}">
                <a16:creationId xmlns:a16="http://schemas.microsoft.com/office/drawing/2014/main" id="{7E671226-A666-4E1D-AF16-F46E2D8D99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22">
            <a:extLst xmlns:a="http://schemas.openxmlformats.org/drawingml/2006/main">
              <a:ext uri="{FF2B5EF4-FFF2-40B4-BE49-F238E27FC236}">
                <a16:creationId xmlns:a16="http://schemas.microsoft.com/office/drawing/2014/main" id="{E76DBD83-4AE7-45FE-8665-98ABED2CFB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63" name="Google Shape;63;p22">
            <a:extLst xmlns:a="http://schemas.openxmlformats.org/drawingml/2006/main">
              <a:ext uri="{FF2B5EF4-FFF2-40B4-BE49-F238E27FC236}">
                <a16:creationId xmlns:a16="http://schemas.microsoft.com/office/drawing/2014/main" id="{B2C29BFE-ABA7-403E-B19D-537A86BF41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4" name="Google Shape;64;p22">
            <a:extLst xmlns:a="http://schemas.openxmlformats.org/drawingml/2006/main">
              <a:ext uri="{FF2B5EF4-FFF2-40B4-BE49-F238E27FC236}">
                <a16:creationId xmlns:a16="http://schemas.microsoft.com/office/drawing/2014/main" id="{1EBF0566-54F5-40FF-9F56-2CFD3D44D5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5" name="Google Shape;65;p22">
            <a:extLst xmlns:a="http://schemas.openxmlformats.org/drawingml/2006/main">
              <a:ext uri="{FF2B5EF4-FFF2-40B4-BE49-F238E27FC236}">
                <a16:creationId xmlns:a16="http://schemas.microsoft.com/office/drawing/2014/main" id="{F37805E4-9C7D-4051-8348-7FA252AA70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23">
            <a:extLst xmlns:a="http://schemas.openxmlformats.org/drawingml/2006/main">
              <a:ext uri="{FF2B5EF4-FFF2-40B4-BE49-F238E27FC236}">
                <a16:creationId xmlns:a16="http://schemas.microsoft.com/office/drawing/2014/main" id="{95D88A19-184B-406C-A877-14524E7D8E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23">
            <a:extLst xmlns:a="http://schemas.openxmlformats.org/drawingml/2006/main">
              <a:ext uri="{FF2B5EF4-FFF2-40B4-BE49-F238E27FC236}">
                <a16:creationId xmlns:a16="http://schemas.microsoft.com/office/drawing/2014/main" id="{3FD1E54D-B7BC-48D0-93A2-F76F3ECFCA97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9" name="Google Shape;69;p23">
            <a:extLst xmlns:a="http://schemas.openxmlformats.org/drawingml/2006/main">
              <a:ext uri="{FF2B5EF4-FFF2-40B4-BE49-F238E27FC236}">
                <a16:creationId xmlns:a16="http://schemas.microsoft.com/office/drawing/2014/main" id="{A174C9B6-46C3-482E-A6B9-04114AC59E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70" name="Google Shape;70;p23">
            <a:extLst xmlns:a="http://schemas.openxmlformats.org/drawingml/2006/main">
              <a:ext uri="{FF2B5EF4-FFF2-40B4-BE49-F238E27FC236}">
                <a16:creationId xmlns:a16="http://schemas.microsoft.com/office/drawing/2014/main" id="{1C856CF4-2DFE-476D-A28C-D9C97BFE37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1" name="Google Shape;71;p23">
            <a:extLst xmlns:a="http://schemas.openxmlformats.org/drawingml/2006/main">
              <a:ext uri="{FF2B5EF4-FFF2-40B4-BE49-F238E27FC236}">
                <a16:creationId xmlns:a16="http://schemas.microsoft.com/office/drawing/2014/main" id="{ADDADC02-CAD8-48EF-B6AB-B83BCA6FF6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2" name="Google Shape;72;p23">
            <a:extLst xmlns:a="http://schemas.openxmlformats.org/drawingml/2006/main">
              <a:ext uri="{FF2B5EF4-FFF2-40B4-BE49-F238E27FC236}">
                <a16:creationId xmlns:a16="http://schemas.microsoft.com/office/drawing/2014/main" id="{9B15B0B5-577F-4F0A-BD85-6154548C3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24">
            <a:extLst xmlns:a="http://schemas.openxmlformats.org/drawingml/2006/main">
              <a:ext uri="{FF2B5EF4-FFF2-40B4-BE49-F238E27FC236}">
                <a16:creationId xmlns:a16="http://schemas.microsoft.com/office/drawing/2014/main" id="{3F4DCDE0-0827-44C1-B801-6FA8A09AD4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5" name="Google Shape;75;p24">
            <a:extLst xmlns:a="http://schemas.openxmlformats.org/drawingml/2006/main">
              <a:ext uri="{FF2B5EF4-FFF2-40B4-BE49-F238E27FC236}">
                <a16:creationId xmlns:a16="http://schemas.microsoft.com/office/drawing/2014/main" id="{023DBB2E-3965-4118-935B-55E501C971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Google Shape;76;p24">
            <a:extLst xmlns:a="http://schemas.openxmlformats.org/drawingml/2006/main">
              <a:ext uri="{FF2B5EF4-FFF2-40B4-BE49-F238E27FC236}">
                <a16:creationId xmlns:a16="http://schemas.microsoft.com/office/drawing/2014/main" id="{6C83FCC7-FDCD-478B-8DAB-D0AFBDE78C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24">
            <a:extLst xmlns:a="http://schemas.openxmlformats.org/drawingml/2006/main">
              <a:ext uri="{FF2B5EF4-FFF2-40B4-BE49-F238E27FC236}">
                <a16:creationId xmlns:a16="http://schemas.microsoft.com/office/drawing/2014/main" id="{01917116-9B1F-4A08-9CE8-D86AC1BD5A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8" name="Google Shape;78;p24">
            <a:extLst xmlns:a="http://schemas.openxmlformats.org/drawingml/2006/main">
              <a:ext uri="{FF2B5EF4-FFF2-40B4-BE49-F238E27FC236}">
                <a16:creationId xmlns:a16="http://schemas.microsoft.com/office/drawing/2014/main" id="{EFACF98A-E1B0-4AC5-BAEC-58CDBCCD35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Google Shape;80;p25">
            <a:extLst xmlns:a="http://schemas.openxmlformats.org/drawingml/2006/main">
              <a:ext uri="{FF2B5EF4-FFF2-40B4-BE49-F238E27FC236}">
                <a16:creationId xmlns:a16="http://schemas.microsoft.com/office/drawing/2014/main" id="{E0D3DD95-DB3B-4A3A-BFBF-B9624EA805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31" y="1956594"/>
            <a:ext cx="5811838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1" name="Google Shape;81;p25">
            <a:extLst xmlns:a="http://schemas.openxmlformats.org/drawingml/2006/main">
              <a:ext uri="{FF2B5EF4-FFF2-40B4-BE49-F238E27FC236}">
                <a16:creationId xmlns:a16="http://schemas.microsoft.com/office/drawing/2014/main" id="{69AA1A61-4C3D-4073-B1AF-8F36475F50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31" y="-596106"/>
            <a:ext cx="5811838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2" name="Google Shape;82;p25">
            <a:extLst xmlns:a="http://schemas.openxmlformats.org/drawingml/2006/main">
              <a:ext uri="{FF2B5EF4-FFF2-40B4-BE49-F238E27FC236}">
                <a16:creationId xmlns:a16="http://schemas.microsoft.com/office/drawing/2014/main" id="{C7426A4B-ED26-4F49-A845-789AEED719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3" name="Google Shape;83;p25">
            <a:extLst xmlns:a="http://schemas.openxmlformats.org/drawingml/2006/main">
              <a:ext uri="{FF2B5EF4-FFF2-40B4-BE49-F238E27FC236}">
                <a16:creationId xmlns:a16="http://schemas.microsoft.com/office/drawing/2014/main" id="{55A3B83A-F73B-4F66-B407-E2A4D25A13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4" name="Google Shape;84;p25">
            <a:extLst xmlns:a="http://schemas.openxmlformats.org/drawingml/2006/main">
              <a:ext uri="{FF2B5EF4-FFF2-40B4-BE49-F238E27FC236}">
                <a16:creationId xmlns:a16="http://schemas.microsoft.com/office/drawing/2014/main" id="{1BF14B80-EB82-4295-8C1C-06E8B7F9E7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3efb6883c94103" /><Relationship Type="http://schemas.openxmlformats.org/officeDocument/2006/relationships/slideLayout" Target="/ppt/slideLayouts/slideLayout1.xml" Id="Rb67d2f5545684623" /><Relationship Type="http://schemas.openxmlformats.org/officeDocument/2006/relationships/slideLayout" Target="/ppt/slideLayouts/slideLayout2.xml" Id="Raefbb0d0db23452c" /><Relationship Type="http://schemas.openxmlformats.org/officeDocument/2006/relationships/slideLayout" Target="/ppt/slideLayouts/slideLayout3.xml" Id="R5630d4d52a564b80" /><Relationship Type="http://schemas.openxmlformats.org/officeDocument/2006/relationships/slideLayout" Target="/ppt/slideLayouts/slideLayout4.xml" Id="Rb13995a334cb4514" /><Relationship Type="http://schemas.openxmlformats.org/officeDocument/2006/relationships/slideLayout" Target="/ppt/slideLayouts/slideLayout5.xml" Id="R5d69b4edb77d4ec3" /><Relationship Type="http://schemas.openxmlformats.org/officeDocument/2006/relationships/slideLayout" Target="/ppt/slideLayouts/slideLayout6.xml" Id="Rfad15398f8a04604" /><Relationship Type="http://schemas.openxmlformats.org/officeDocument/2006/relationships/slideLayout" Target="/ppt/slideLayouts/slideLayout7.xml" Id="R84c0896605f745f6" /><Relationship Type="http://schemas.openxmlformats.org/officeDocument/2006/relationships/slideLayout" Target="/ppt/slideLayouts/slideLayout8.xml" Id="R4f2b91c75cea4ad9" /><Relationship Type="http://schemas.openxmlformats.org/officeDocument/2006/relationships/slideLayout" Target="/ppt/slideLayouts/slideLayout9.xml" Id="R03cdd2de3f034305" /><Relationship Type="http://schemas.openxmlformats.org/officeDocument/2006/relationships/slideLayout" Target="/ppt/slideLayouts/slideLayout10.xml" Id="Rb70b5376fdc843e6" /><Relationship Type="http://schemas.openxmlformats.org/officeDocument/2006/relationships/slideLayout" Target="/ppt/slideLayouts/slideLayout11.xml" Id="R7c2fa8985b3a469a" /><Relationship Type="http://schemas.openxmlformats.org/officeDocument/2006/relationships/slideLayout" Target="/ppt/slideLayouts/slideLayout12.xml" Id="Rc4c76b3fd92b46b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3">
            <a:extLst xmlns:a="http://schemas.openxmlformats.org/drawingml/2006/main">
              <a:ext uri="{FF2B5EF4-FFF2-40B4-BE49-F238E27FC236}">
                <a16:creationId xmlns:a16="http://schemas.microsoft.com/office/drawing/2014/main" id="{C6D9F933-F736-44C2-BEDD-57EB61A512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13">
            <a:extLst xmlns:a="http://schemas.openxmlformats.org/drawingml/2006/main">
              <a:ext uri="{FF2B5EF4-FFF2-40B4-BE49-F238E27FC236}">
                <a16:creationId xmlns:a16="http://schemas.microsoft.com/office/drawing/2014/main" id="{939778B0-8F6A-47A2-BC0F-7ED56B19E4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13">
            <a:extLst xmlns:a="http://schemas.openxmlformats.org/drawingml/2006/main">
              <a:ext uri="{FF2B5EF4-FFF2-40B4-BE49-F238E27FC236}">
                <a16:creationId xmlns:a16="http://schemas.microsoft.com/office/drawing/2014/main" id="{FB94C013-5A6E-4139-AF78-999523D85F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3" name="Google Shape;13;p13">
            <a:extLst xmlns:a="http://schemas.openxmlformats.org/drawingml/2006/main">
              <a:ext uri="{FF2B5EF4-FFF2-40B4-BE49-F238E27FC236}">
                <a16:creationId xmlns:a16="http://schemas.microsoft.com/office/drawing/2014/main" id="{FFFC8DA0-0C13-4D20-B332-3D49C3D98A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4" name="Google Shape;14;p13">
            <a:extLst xmlns:a="http://schemas.openxmlformats.org/drawingml/2006/main">
              <a:ext uri="{FF2B5EF4-FFF2-40B4-BE49-F238E27FC236}">
                <a16:creationId xmlns:a16="http://schemas.microsoft.com/office/drawing/2014/main" id="{1017D4C6-0C4B-4B91-99D8-8A6E32A82E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7d2f5545684623"/>
    <p:sldLayoutId xmlns:r="http://schemas.openxmlformats.org/officeDocument/2006/relationships" id="2147483650" r:id="Raefbb0d0db23452c"/>
    <p:sldLayoutId xmlns:r="http://schemas.openxmlformats.org/officeDocument/2006/relationships" id="2147483651" r:id="R5630d4d52a564b80"/>
    <p:sldLayoutId xmlns:r="http://schemas.openxmlformats.org/officeDocument/2006/relationships" id="2147483652" r:id="Rb13995a334cb4514"/>
    <p:sldLayoutId xmlns:r="http://schemas.openxmlformats.org/officeDocument/2006/relationships" id="2147483653" r:id="R5d69b4edb77d4ec3"/>
    <p:sldLayoutId xmlns:r="http://schemas.openxmlformats.org/officeDocument/2006/relationships" id="2147483654" r:id="Rfad15398f8a04604"/>
    <p:sldLayoutId xmlns:r="http://schemas.openxmlformats.org/officeDocument/2006/relationships" id="2147483655" r:id="R84c0896605f745f6"/>
    <p:sldLayoutId xmlns:r="http://schemas.openxmlformats.org/officeDocument/2006/relationships" id="2147483656" r:id="R4f2b91c75cea4ad9"/>
    <p:sldLayoutId xmlns:r="http://schemas.openxmlformats.org/officeDocument/2006/relationships" id="2147483657" r:id="R03cdd2de3f034305"/>
    <p:sldLayoutId xmlns:r="http://schemas.openxmlformats.org/officeDocument/2006/relationships" id="2147483658" r:id="Rb70b5376fdc843e6"/>
    <p:sldLayoutId xmlns:r="http://schemas.openxmlformats.org/officeDocument/2006/relationships" id="2147483659" r:id="R7c2fa8985b3a469a"/>
    <p:sldLayoutId xmlns:r="http://schemas.openxmlformats.org/officeDocument/2006/relationships" id="2147483660" r:id="Rc4c76b3fd92b46b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086d913904229" /><Relationship Type="http://schemas.openxmlformats.org/officeDocument/2006/relationships/image" Target="/ppt/media/image.png" Id="R993a6ad6cc7b4fa3" /><Relationship Type="http://schemas.openxmlformats.org/officeDocument/2006/relationships/notesSlide" Target="/ppt/notesSlides/notesSlide1.xml" Id="R4f3fea65e6a548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d9876cfe5749b6" /><Relationship Type="http://schemas.openxmlformats.org/officeDocument/2006/relationships/notesSlide" Target="/ppt/notesSlides/notesSlide2.xml" Id="Re0b70fe5084448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ca5b1ed5244197" /><Relationship Type="http://schemas.openxmlformats.org/officeDocument/2006/relationships/notesSlide" Target="/ppt/notesSlides/notesSlide3.xml" Id="R771b6c87653c4a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5550a2344d4ea8" /><Relationship Type="http://schemas.openxmlformats.org/officeDocument/2006/relationships/notesSlide" Target="/ppt/notesSlides/notesSlide4.xml" Id="R2738bd66fbfc43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591b7b17b44b0f" /><Relationship Type="http://schemas.openxmlformats.org/officeDocument/2006/relationships/notesSlide" Target="/ppt/notesSlides/notesSlide5.xml" Id="Rac648a0046cf47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76291d053f49e1" /><Relationship Type="http://schemas.openxmlformats.org/officeDocument/2006/relationships/notesSlide" Target="/ppt/notesSlides/notesSlide6.xml" Id="Rb2a0093d7b8342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839ba39aa74966" /><Relationship Type="http://schemas.openxmlformats.org/officeDocument/2006/relationships/notesSlide" Target="/ppt/notesSlides/notesSlide7.xml" Id="R3965f82cb30f42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c3c5e784184985" /><Relationship Type="http://schemas.openxmlformats.org/officeDocument/2006/relationships/notesSlide" Target="/ppt/notesSlides/notesSlide8.xml" Id="R3936f23856c8495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1">
            <a:extLst xmlns:a="http://schemas.openxmlformats.org/drawingml/2006/main">
              <a:ext uri="{FF2B5EF4-FFF2-40B4-BE49-F238E27FC236}">
                <a16:creationId xmlns:a16="http://schemas.microsoft.com/office/drawing/2014/main" id="{48B32EBD-E551-4D40-AD47-175DB539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76656"/>
            <a:ext cx="2423160" cy="34747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9D3F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>
            <a:extLst xmlns:a="http://schemas.openxmlformats.org/drawingml/2006/main">
              <a:ext uri="{FF2B5EF4-FFF2-40B4-BE49-F238E27FC236}">
                <a16:creationId xmlns:a16="http://schemas.microsoft.com/office/drawing/2014/main" id="{07F4282C-E564-45EF-A8A0-6A5C1E46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76656"/>
            <a:ext cx="242316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6D28D9"/>
                </a:solidFill>
                <a:latin typeface="Arial"/>
                <a:ea typeface="Arial"/>
                <a:cs typeface="Arial"/>
              </a:rPr>
              <a:t>SAMSUNG PRISM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1">
            <a:extLst xmlns:a="http://schemas.openxmlformats.org/drawingml/2006/main">
              <a:ext uri="{FF2B5EF4-FFF2-40B4-BE49-F238E27FC236}">
                <a16:creationId xmlns:a16="http://schemas.microsoft.com/office/drawing/2014/main" id="{21BC1C3B-DFFF-44A7-A7F3-E8B55B8F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07008"/>
            <a:ext cx="612648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sz="5000" b="1" i="0" u="none" cap="none">
                <a:solidFill>
                  <a:srgbClr val="14142B"/>
                </a:solidFill>
                <a:latin typeface="Arial"/>
                <a:ea typeface="Arial"/>
                <a:cs typeface="Arial"/>
              </a:rPr>
              <a:t>Generative AI</a:t>
            </a:r>
            <a:endParaRPr sz="5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1">
            <a:extLst xmlns:a="http://schemas.openxmlformats.org/drawingml/2006/main">
              <a:ext uri="{FF2B5EF4-FFF2-40B4-BE49-F238E27FC236}">
                <a16:creationId xmlns:a16="http://schemas.microsoft.com/office/drawing/2014/main" id="{BD97A2B6-B023-43AF-BA93-99A24158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01952"/>
            <a:ext cx="612648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sz="5000" b="1" i="0" u="none" cap="none">
                <a:solidFill>
                  <a:srgbClr val="6D28D9"/>
                </a:solidFill>
                <a:latin typeface="Arial"/>
                <a:ea typeface="Arial"/>
                <a:cs typeface="Arial"/>
              </a:rPr>
              <a:t>Hackathon</a:t>
            </a:r>
            <a:endParaRPr sz="5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1">
            <a:extLst xmlns:a="http://schemas.openxmlformats.org/drawingml/2006/main">
              <a:ext uri="{FF2B5EF4-FFF2-40B4-BE49-F238E27FC236}">
                <a16:creationId xmlns:a16="http://schemas.microsoft.com/office/drawing/2014/main" id="{736595BE-D1B2-4107-B973-C4DB1BE6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24912"/>
            <a:ext cx="61264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sz="2500" b="1" i="0" u="none" cap="none">
                <a:solidFill>
                  <a:srgbClr val="14142B"/>
                </a:solidFill>
                <a:latin typeface="Arial"/>
                <a:ea typeface="Arial"/>
                <a:cs typeface="Arial"/>
              </a:rPr>
              <a:t>3rd Edition</a:t>
            </a:r>
            <a:r>
              <a:rPr sz="20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   2026 – 27</a:t>
            </a:r>
            <a:endParaRPr sz="2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1">
            <a:extLst xmlns:a="http://schemas.openxmlformats.org/drawingml/2006/main">
              <a:ext uri="{FF2B5EF4-FFF2-40B4-BE49-F238E27FC236}">
                <a16:creationId xmlns:a16="http://schemas.microsoft.com/office/drawing/2014/main" id="{B1B3045F-DB81-48E2-AB3C-2466E8C2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10128"/>
            <a:ext cx="585216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Theme ID - 05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Team Name - </a:t>
            </a: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smoothOperator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College Name - VITV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Member 1 - Maitri Shah</a:t>
            </a:r>
            <a:r>
              <a:rPr sz="1600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,</a:t>
            </a: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 Email: maitri.shah2024@vitstudent.ac.in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Member 2 – Aditya Vardhan Kochar, Email: aditya.vardhan2024@vitstudent.ac.in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Member 3 – Adheesh Garg, Email: adheesh.garg2023@vitstudent.ac.in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Submission </a:t>
            </a: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Github</a:t>
            </a: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 link - https://github.com/Maitri-shah29/Interra</a:t>
            </a:r>
            <a:endParaRPr/>
          </a:p>
          <a:p xmlns:a="http://schemas.openxmlformats.org/drawingml/2006/main">
            <a:pPr marL="177800" marR="0" lvl="0" indent="-76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cap="none">
              <a:solidFill>
                <a:srgbClr val="63637E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3" name="Google Shape;96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3a6ad6cc7b4fa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59168" y="1051560"/>
            <a:ext cx="4572000" cy="457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43048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Google Shape;101;p2">
            <a:extLst xmlns:a="http://schemas.openxmlformats.org/drawingml/2006/main">
              <a:ext uri="{FF2B5EF4-FFF2-40B4-BE49-F238E27FC236}">
                <a16:creationId xmlns:a16="http://schemas.microsoft.com/office/drawing/2014/main" id="{DE264B8D-66BA-44B4-9511-1344C18D5A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Interra: interruption and self-correction</a:t>
            </a:r>
            <a:endParaRPr/>
          </a:p>
        </p:txBody>
      </p:sp>
      <p:sp>
        <p:nvSpPr>
          <p:cNvPr id="102" name="Google Shape;102;p2">
            <a:extLst xmlns:a="http://schemas.openxmlformats.org/drawingml/2006/main">
              <a:ext uri="{FF2B5EF4-FFF2-40B4-BE49-F238E27FC236}">
                <a16:creationId xmlns:a16="http://schemas.microsoft.com/office/drawing/2014/main" id="{752B680C-B4AA-43F6-BAEC-B501C24673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People interrupt, hesitate, and correct themselves while an assistant is working.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LiveKit voice agent handles overlapping speech and tool calls, with replies grounded in the official mock backend.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retained coordination runtime separately tests stale-result rejection and duplicate-write protection. Those guarantees are not yet integrated into the LiveKit adapter.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Full-Duplex-Bench v3: 100 human recordings, 79 scenarios, 12 tools, and one to three dependent calls.</a:t>
            </a:r>
          </a:p>
        </p:txBody>
      </p:sp>
    </p:spTree>
    <p:extLst>
      <p:ext uri="{BB962C8B-B14F-4D97-AF65-F5344CB8AC3E}">
        <p14:creationId xmlns:p14="http://schemas.microsoft.com/office/powerpoint/2010/main" val="6395156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Google Shape;113;p4">
            <a:extLst xmlns:a="http://schemas.openxmlformats.org/drawingml/2006/main">
              <a:ext uri="{FF2B5EF4-FFF2-40B4-BE49-F238E27FC236}">
                <a16:creationId xmlns:a16="http://schemas.microsoft.com/office/drawing/2014/main" id="{0513071F-384C-400C-8A8F-44FA74D766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9917" y="266513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Voice architecture and safety boundary</a:t>
            </a:r>
            <a:endParaRPr/>
          </a:p>
        </p:txBody>
      </p:sp>
      <p:sp>
        <p:nvSpPr>
          <p:cNvPr id="114" name="Google Shape;114;p4">
            <a:extLst xmlns:a="http://schemas.openxmlformats.org/drawingml/2006/main">
              <a:ext uri="{FF2B5EF4-FFF2-40B4-BE49-F238E27FC236}">
                <a16:creationId xmlns:a16="http://schemas.microsoft.com/office/drawing/2014/main" id="{FDD82B82-9C34-4CCA-8A05-3D72321EF9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LiveKit room + Silero VAD → Deepgram Nova-3 → GPT-4.1 mini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GPT-4.1 mini → 12 official mock tools → Cartesia Sonic-3 → spoken reply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Mock tools execute in threads; room IDs and timestamps tie calls to their recordings. The official backend and evaluator are unchanged.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LiveKit handles turn interruption. Each job owns session cleanup and a bounded drain after disconnect.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earlier custom state manager and duplicate-write ledger remain separate from this measured adapter.</a:t>
            </a:r>
          </a:p>
        </p:txBody>
      </p:sp>
    </p:spTree>
    <p:extLst>
      <p:ext uri="{BB962C8B-B14F-4D97-AF65-F5344CB8AC3E}">
        <p14:creationId xmlns:p14="http://schemas.microsoft.com/office/powerpoint/2010/main" val="11848979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Google Shape;119;p5">
            <a:extLst xmlns:a="http://schemas.openxmlformats.org/drawingml/2006/main">
              <a:ext uri="{FF2B5EF4-FFF2-40B4-BE49-F238E27FC236}">
                <a16:creationId xmlns:a16="http://schemas.microsoft.com/office/drawing/2014/main" id="{9F1FF2CE-9511-4385-8C4B-6E08D1FE30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>
            <a:extLst xmlns:a="http://schemas.openxmlformats.org/drawingml/2006/main">
              <a:ext uri="{FF2B5EF4-FFF2-40B4-BE49-F238E27FC236}">
                <a16:creationId xmlns:a16="http://schemas.microsoft.com/office/drawing/2014/main" id="{E457468E-32B3-4739-B211-480C2A86F9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Fresh-checkout reproduction: python scripts/reproduce.py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required demo will show a real benchmark interruption or self-correction, with the resulting tool call and timestamps.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Extension worker: python -m agent.extension_livekit start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linked participant’s latest camera frame joins the next spoken turn. Older images and unsubscribed frames are discarded.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 live three-to-five-minute recording is pending.</a:t>
            </a:r>
          </a:p>
        </p:txBody>
      </p:sp>
    </p:spTree>
    <p:extLst>
      <p:ext uri="{BB962C8B-B14F-4D97-AF65-F5344CB8AC3E}">
        <p14:creationId xmlns:p14="http://schemas.microsoft.com/office/powerpoint/2010/main" val="3057614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7">
            <a:extLst xmlns:a="http://schemas.openxmlformats.org/drawingml/2006/main">
              <a:ext uri="{FF2B5EF4-FFF2-40B4-BE49-F238E27FC236}">
                <a16:creationId xmlns:a16="http://schemas.microsoft.com/office/drawing/2014/main" id="{DC0E512D-DA56-4B1C-9678-F6032F695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4400"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>
            <a:extLst xmlns:a="http://schemas.openxmlformats.org/drawingml/2006/main">
              <a:ext uri="{FF2B5EF4-FFF2-40B4-BE49-F238E27FC236}">
                <a16:creationId xmlns:a16="http://schemas.microsoft.com/office/drawing/2014/main" id="{66BD0B64-266C-440E-B21B-281A497538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The extension is camera-assisted device troubleshooting, outside the benchmark domains.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The person can correct the device or the symptom while the camera is on.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The agent uses the latest frame together with the latest words, and asks for a closer view when the image is unclear.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It does not claim a repair is complete.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The use case counts when a 3 to 5 minute video shows this session working, after a benchmark interruption.</a:t>
            </a:r>
          </a:p>
        </p:txBody>
      </p:sp>
    </p:spTree>
    <p:extLst>
      <p:ext uri="{BB962C8B-B14F-4D97-AF65-F5344CB8AC3E}">
        <p14:creationId xmlns:p14="http://schemas.microsoft.com/office/powerpoint/2010/main" val="15031252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8">
            <a:extLst xmlns:a="http://schemas.openxmlformats.org/drawingml/2006/main">
              <a:ext uri="{FF2B5EF4-FFF2-40B4-BE49-F238E27FC236}">
                <a16:creationId xmlns:a16="http://schemas.microsoft.com/office/drawing/2014/main" id="{538804F0-3CB6-47FB-AA80-319CEC1BB4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4400"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Measured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8" name="Google Shape;138;p8">
            <a:extLst xmlns:a="http://schemas.openxmlformats.org/drawingml/2006/main">
              <a:ext uri="{FF2B5EF4-FFF2-40B4-BE49-F238E27FC236}">
                <a16:creationId xmlns:a16="http://schemas.microsoft.com/office/drawing/2014/main" id="{02EC553D-8C51-48BC-B575-3FB4700AE4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Latest hosted run: 70/100 strict passes; 100/100 turn-takes; 0 silent recordings.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Tool selection: 93.4% and argument accuracy: 76.3% across all 100 recordings, scored by the pinned official evaluator.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Mean response latency: 4.452 seconds, excluding 3 interruptions among 100 turn-taken recordings.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Failures: 13 wrong tools and 17 wrong arguments. 29 recordings hit by a provider credit outage were re-recorded with the same code.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organizer LLM judge was disabled, so this is not a normalized overall hackathon score.</a:t>
            </a:r>
          </a:p>
        </p:txBody>
      </p:sp>
    </p:spTree>
    <p:extLst>
      <p:ext uri="{BB962C8B-B14F-4D97-AF65-F5344CB8AC3E}">
        <p14:creationId xmlns:p14="http://schemas.microsoft.com/office/powerpoint/2010/main" val="4678364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9">
            <a:extLst xmlns:a="http://schemas.openxmlformats.org/drawingml/2006/main">
              <a:ext uri="{FF2B5EF4-FFF2-40B4-BE49-F238E27FC236}">
                <a16:creationId xmlns:a16="http://schemas.microsoft.com/office/drawing/2014/main" id="{96A9082A-3BCE-40F3-9675-15E327BC3B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4400"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4" name="Google Shape;144;p9">
            <a:extLst xmlns:a="http://schemas.openxmlformats.org/drawingml/2006/main">
              <a:ext uri="{FF2B5EF4-FFF2-40B4-BE49-F238E27FC236}">
                <a16:creationId xmlns:a16="http://schemas.microsoft.com/office/drawing/2014/main" id="{70BEFF52-BEFC-43D7-9A94-98E6FED8EF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Kaggle worker completed all 100 recordings: 70 strict passes and 100 turn-takes, up from 43 and 90, and the earlier 31 and 58.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All 100 traced sessions were cleaned up and completed the cooldown; all 152 tool calls completed with no session errors.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Tool selection and argument accuracy were 93.4% and 76.3%; improve housing and travel arguments (69.9%, 68.3%) from the traces.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Repeat the full benchmark in single sessions with enough credit. Record the camera extension demo, add its link, confirm the registered team name, and tag the final revision.</a:t>
            </a:r>
          </a:p>
        </p:txBody>
      </p:sp>
    </p:spTree>
    <p:extLst>
      <p:ext uri="{BB962C8B-B14F-4D97-AF65-F5344CB8AC3E}">
        <p14:creationId xmlns:p14="http://schemas.microsoft.com/office/powerpoint/2010/main" val="1166421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Google Shape;155;p11">
            <a:extLst xmlns:a="http://schemas.openxmlformats.org/drawingml/2006/main">
              <a:ext uri="{FF2B5EF4-FFF2-40B4-BE49-F238E27FC236}">
                <a16:creationId xmlns:a16="http://schemas.microsoft.com/office/drawing/2014/main" id="{6735474A-3C97-4F1D-B0A4-54FB8202E8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Submission evidence and remaining work</a:t>
            </a:r>
            <a:endParaRPr/>
          </a:p>
        </p:txBody>
      </p:sp>
      <p:sp>
        <p:nvSpPr>
          <p:cNvPr id="156" name="Google Shape;156;p11">
            <a:extLst xmlns:a="http://schemas.openxmlformats.org/drawingml/2006/main">
              <a:ext uri="{FF2B5EF4-FFF2-40B4-BE49-F238E27FC236}">
                <a16:creationId xmlns:a16="http://schemas.microsoft.com/office/drawing/2014/main" id="{3CB2F2E0-A239-4DD5-BE18-0FE70C570E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177800" lvl="0" indent="-177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Repository: https://github.com/Maitri-shah29/Interra</a:t>
            </a:r>
            <a:endParaRPr sz="2800"/>
          </a:p>
          <a:p xmlns:a="http://schemas.openxmlformats.org/drawingml/2006/main">
            <a:pPr marL="177800" lvl="0" indent="-177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README: install, configure and evaluate with python scripts/reproduce.py</a:t>
            </a:r>
            <a:endParaRPr sz="2800"/>
          </a:p>
          <a:p xmlns:a="http://schemas.openxmlformats.org/drawingml/2006/main">
            <a:pPr marL="177800" lvl="0" indent="-177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Evidence: docs/results/kaggle-20261004/ contains official reports, setup reports, traces, tool-call telemetry and logs. All 100 per-recording results are archived, with commands that reproduce 70/100.</a:t>
            </a:r>
            <a:endParaRPr sz="2800"/>
          </a:p>
          <a:p xmlns:a="http://schemas.openxmlformats.org/drawingml/2006/main">
            <a:pPr marL="177800" lvl="0" indent="-177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Presentation: audited eight-slide submission deck; score matches the latest Kaggle run.</a:t>
            </a:r>
            <a:endParaRPr sz="2800"/>
          </a:p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Remaining: repeat the full benchmark in single sessions; record the demo; confirm registered team details.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966671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2026-10-01T16:42:56.0250000Z</dcterms:created>
  <dcterms:modified xsi:type="dcterms:W3CDTF">2026-10-01T16:42:56.0250000Z</dcterms:modified>
</coreProperties>
</file>