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6ee142256d442e" /><Relationship Type="http://schemas.openxmlformats.org/officeDocument/2006/relationships/extended-properties" Target="/docProps/app.xml" Id="Rba8bf11efebd441d" /><Relationship Type="http://schemas.openxmlformats.org/officeDocument/2006/relationships/officeDocument" Target="/ppt/presentation.xml" Id="R40016b1c3ecb4a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0ce049e3014090"/>
  </p:sldMasterIdLst>
  <p:notesMasterIdLst>
    <p:notesMasterId xmlns:r="http://schemas.openxmlformats.org/officeDocument/2006/relationships" r:id="Rae12fdadc911411a"/>
  </p:notesMasterIdLst>
  <p:sldIdLst>
    <p:sldId xmlns:r="http://schemas.openxmlformats.org/officeDocument/2006/relationships" id="256" r:id="R952e202512484c2b"/>
    <p:sldId xmlns:r="http://schemas.openxmlformats.org/officeDocument/2006/relationships" id="257" r:id="R8d5c984cd79e4b97"/>
    <p:sldId xmlns:r="http://schemas.openxmlformats.org/officeDocument/2006/relationships" id="258" r:id="R32b0a1567bc24463"/>
    <p:sldId xmlns:r="http://schemas.openxmlformats.org/officeDocument/2006/relationships" id="259" r:id="Reb663e910d084847"/>
    <p:sldId xmlns:r="http://schemas.openxmlformats.org/officeDocument/2006/relationships" id="260" r:id="R367e2ed5931d4109"/>
    <p:sldId xmlns:r="http://schemas.openxmlformats.org/officeDocument/2006/relationships" id="261" r:id="R27bb6d6d7e60414a"/>
    <p:sldId xmlns:r="http://schemas.openxmlformats.org/officeDocument/2006/relationships" id="262" r:id="R1ab01ebd4c004f49"/>
    <p:sldId xmlns:r="http://schemas.openxmlformats.org/officeDocument/2006/relationships" id="263" r:id="R4fd67d9fe1f14fc7"/>
    <p:sldId xmlns:r="http://schemas.openxmlformats.org/officeDocument/2006/relationships" id="264" r:id="Rde823f34630a45c8"/>
    <p:sldId xmlns:r="http://schemas.openxmlformats.org/officeDocument/2006/relationships" id="265" r:id="R6f4fb95d2261488e"/>
    <p:sldId xmlns:r="http://schemas.openxmlformats.org/officeDocument/2006/relationships" id="266" r:id="R7eff3635767f4e8e"/>
    <p:sldId xmlns:r="http://schemas.openxmlformats.org/officeDocument/2006/relationships" id="267" r:id="R2af6f5aeb3794092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341cd6dbe24aa5" /><Relationship Type="http://schemas.openxmlformats.org/officeDocument/2006/relationships/slideMaster" Target="/ppt/slideMasters/slideMaster1.xml" Id="R9b0ce049e3014090" /><Relationship Type="http://schemas.openxmlformats.org/officeDocument/2006/relationships/notesMaster" Target="/ppt/notesMasters/notesMaster1.xml" Id="Rae12fdadc911411a" /><Relationship Type="http://schemas.openxmlformats.org/officeDocument/2006/relationships/presProps" Target="/ppt/presProps.xml" Id="R1db5a51849964c83" /><Relationship Type="http://schemas.openxmlformats.org/officeDocument/2006/relationships/viewProps" Target="/ppt/viewProps.xml" Id="R7b284195a7014877" /><Relationship Type="http://schemas.openxmlformats.org/officeDocument/2006/relationships/tableStyles" Target="/ppt/tableStyles.xml" Id="R170d2580257e48ff" /><Relationship Type="http://schemas.openxmlformats.org/officeDocument/2006/relationships/slide" Target="/ppt/slides/slide1.xml" Id="R952e202512484c2b" /><Relationship Type="http://schemas.openxmlformats.org/officeDocument/2006/relationships/slide" Target="/ppt/slides/slide2.xml" Id="R8d5c984cd79e4b97" /><Relationship Type="http://schemas.openxmlformats.org/officeDocument/2006/relationships/slide" Target="/ppt/slides/slide3.xml" Id="R32b0a1567bc24463" /><Relationship Type="http://schemas.openxmlformats.org/officeDocument/2006/relationships/slide" Target="/ppt/slides/slide4.xml" Id="Reb663e910d084847" /><Relationship Type="http://schemas.openxmlformats.org/officeDocument/2006/relationships/slide" Target="/ppt/slides/slide5.xml" Id="R367e2ed5931d4109" /><Relationship Type="http://schemas.openxmlformats.org/officeDocument/2006/relationships/slide" Target="/ppt/slides/slide6.xml" Id="R27bb6d6d7e60414a" /><Relationship Type="http://schemas.openxmlformats.org/officeDocument/2006/relationships/slide" Target="/ppt/slides/slide7.xml" Id="R1ab01ebd4c004f49" /><Relationship Type="http://schemas.openxmlformats.org/officeDocument/2006/relationships/slide" Target="/ppt/slides/slide8.xml" Id="R4fd67d9fe1f14fc7" /><Relationship Type="http://schemas.openxmlformats.org/officeDocument/2006/relationships/slide" Target="/ppt/slides/slide9.xml" Id="Rde823f34630a45c8" /><Relationship Type="http://schemas.openxmlformats.org/officeDocument/2006/relationships/slide" Target="/ppt/slides/slide10.xml" Id="R6f4fb95d2261488e" /><Relationship Type="http://schemas.openxmlformats.org/officeDocument/2006/relationships/slide" Target="/ppt/slides/slide11.xml" Id="R7eff3635767f4e8e" /><Relationship Type="http://schemas.openxmlformats.org/officeDocument/2006/relationships/slide" Target="/ppt/slides/slide12.xml" Id="R2af6f5aeb379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5756a5ef5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d7135d76a94150" /><Relationship Type="http://schemas.openxmlformats.org/officeDocument/2006/relationships/notesMaster" Target="/ppt/notesMasters/notesMaster1.xml" Id="R04933cc9aeec40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eca2f89eae419c" /><Relationship Type="http://schemas.openxmlformats.org/officeDocument/2006/relationships/notesMaster" Target="/ppt/notesMasters/notesMaster1.xml" Id="Rf5c99cd2472b42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d7d921209d4b43" /><Relationship Type="http://schemas.openxmlformats.org/officeDocument/2006/relationships/notesMaster" Target="/ppt/notesMasters/notesMaster1.xml" Id="Rc5989a57a1b543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7ba3f87fc74f33" /><Relationship Type="http://schemas.openxmlformats.org/officeDocument/2006/relationships/notesMaster" Target="/ppt/notesMasters/notesMaster1.xml" Id="R82c040dd1b3c4a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36cf815a9142d6" /><Relationship Type="http://schemas.openxmlformats.org/officeDocument/2006/relationships/notesMaster" Target="/ppt/notesMasters/notesMaster1.xml" Id="R01f442f596d242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ad2f838e574b33" /><Relationship Type="http://schemas.openxmlformats.org/officeDocument/2006/relationships/notesMaster" Target="/ppt/notesMasters/notesMaster1.xml" Id="Rc12cb0bb77e24d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ae314e7a1848a6" /><Relationship Type="http://schemas.openxmlformats.org/officeDocument/2006/relationships/notesMaster" Target="/ppt/notesMasters/notesMaster1.xml" Id="Re8305377831347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a918252b01485d" /><Relationship Type="http://schemas.openxmlformats.org/officeDocument/2006/relationships/notesMaster" Target="/ppt/notesMasters/notesMaster1.xml" Id="Rf88dcbe190e64c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5440309cab48c3" /><Relationship Type="http://schemas.openxmlformats.org/officeDocument/2006/relationships/notesMaster" Target="/ppt/notesMasters/notesMaster1.xml" Id="R0cdf2dd5355a44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ab99e82fe34d16" /><Relationship Type="http://schemas.openxmlformats.org/officeDocument/2006/relationships/notesMaster" Target="/ppt/notesMasters/notesMaster1.xml" Id="R649edad011cc47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08209f1c6d46d6" /><Relationship Type="http://schemas.openxmlformats.org/officeDocument/2006/relationships/notesMaster" Target="/ppt/notesMasters/notesMaster1.xml" Id="Rea6180e07af340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6fc1708f7844de" /><Relationship Type="http://schemas.openxmlformats.org/officeDocument/2006/relationships/notesMaster" Target="/ppt/notesMasters/notesMaster1.xml" Id="Ra6e052c060e9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docs/results/kaggle-20261004/interra_elevenlabs_pass_rate_report.json; interra_elevenlabs_evaluation_report.json; run-manifest.json; summary.md. Latest completed full run 2026-10-04: 70/100 strict pass, 100/100 turn-take. The 29 recordings hit by a provider credit outage were re-recorded with the same code; all 100 result JSONs are archived. LLM judge disabled. This is not a normalized hackathon score.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docs/results/kaggle-20261004/interra_elevenlabs_pass_rate_report.json; interra_elevenlabs_evaluation_report.json; run-manifest.json; summary.md. Latest completed full run 2026-10-04: 70/100 strict pass, 100/100 turn-take. The 29 recordings hit by a provider credit outage were re-recorded with the same code; all 100 result JSONs are archived. LLM judge disabled. This is not a normalized hackathon score.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eae86f09747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d09f79da840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f837651474a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0990c8f634e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f7baaa6fd46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770c17a4d48a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28559f8f94a4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4edb526aa4f7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5ddeccea64eb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6d8b72c8840a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568f994f9474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f2194ab644d2c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5">
            <a:extLst xmlns:a="http://schemas.openxmlformats.org/drawingml/2006/main">
              <a:ext uri="{FF2B5EF4-FFF2-40B4-BE49-F238E27FC236}">
                <a16:creationId xmlns:a16="http://schemas.microsoft.com/office/drawing/2014/main" id="{0F53E5E0-C926-497F-A38E-E7A2D1506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15">
            <a:extLst xmlns:a="http://schemas.openxmlformats.org/drawingml/2006/main">
              <a:ext uri="{FF2B5EF4-FFF2-40B4-BE49-F238E27FC236}">
                <a16:creationId xmlns:a16="http://schemas.microsoft.com/office/drawing/2014/main" id="{90364C6C-0797-4294-8664-32E4B1720F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15">
            <a:extLst xmlns:a="http://schemas.openxmlformats.org/drawingml/2006/main">
              <a:ext uri="{FF2B5EF4-FFF2-40B4-BE49-F238E27FC236}">
                <a16:creationId xmlns:a16="http://schemas.microsoft.com/office/drawing/2014/main" id="{BFC5D8E8-8B39-4F3D-8C5B-C8514F57C0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15">
            <a:extLst xmlns:a="http://schemas.openxmlformats.org/drawingml/2006/main">
              <a:ext uri="{FF2B5EF4-FFF2-40B4-BE49-F238E27FC236}">
                <a16:creationId xmlns:a16="http://schemas.microsoft.com/office/drawing/2014/main" id="{84BCEFBB-7C85-4A6C-B848-B8083BA194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Google Shape;21;p15">
            <a:extLst xmlns:a="http://schemas.openxmlformats.org/drawingml/2006/main">
              <a:ext uri="{FF2B5EF4-FFF2-40B4-BE49-F238E27FC236}">
                <a16:creationId xmlns:a16="http://schemas.microsoft.com/office/drawing/2014/main" id="{BB0AAEC3-72F0-45ED-AACA-C6025B80E2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6">
            <a:extLst xmlns:a="http://schemas.openxmlformats.org/drawingml/2006/main">
              <a:ext uri="{FF2B5EF4-FFF2-40B4-BE49-F238E27FC236}">
                <a16:creationId xmlns:a16="http://schemas.microsoft.com/office/drawing/2014/main" id="{E5DF4FC2-D656-4348-9686-8D33BE5B1C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16">
            <a:extLst xmlns:a="http://schemas.openxmlformats.org/drawingml/2006/main">
              <a:ext uri="{FF2B5EF4-FFF2-40B4-BE49-F238E27FC236}">
                <a16:creationId xmlns:a16="http://schemas.microsoft.com/office/drawing/2014/main" id="{CF9826A5-7E28-4D27-BAAE-4FD56B31C6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16">
            <a:extLst xmlns:a="http://schemas.openxmlformats.org/drawingml/2006/main">
              <a:ext uri="{FF2B5EF4-FFF2-40B4-BE49-F238E27FC236}">
                <a16:creationId xmlns:a16="http://schemas.microsoft.com/office/drawing/2014/main" id="{FDE4D11D-0B08-423C-BB63-897174033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16">
            <a:extLst xmlns:a="http://schemas.openxmlformats.org/drawingml/2006/main">
              <a:ext uri="{FF2B5EF4-FFF2-40B4-BE49-F238E27FC236}">
                <a16:creationId xmlns:a16="http://schemas.microsoft.com/office/drawing/2014/main" id="{753AF91F-3F84-4D5C-A8D5-2F32667255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16">
            <a:extLst xmlns:a="http://schemas.openxmlformats.org/drawingml/2006/main">
              <a:ext uri="{FF2B5EF4-FFF2-40B4-BE49-F238E27FC236}">
                <a16:creationId xmlns:a16="http://schemas.microsoft.com/office/drawing/2014/main" id="{F04CF0E9-8D53-484D-BF5B-4C2D1ECC5F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7">
            <a:extLst xmlns:a="http://schemas.openxmlformats.org/drawingml/2006/main">
              <a:ext uri="{FF2B5EF4-FFF2-40B4-BE49-F238E27FC236}">
                <a16:creationId xmlns:a16="http://schemas.microsoft.com/office/drawing/2014/main" id="{EFEE3DF3-21D5-4200-80FA-A273D75F7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17">
            <a:extLst xmlns:a="http://schemas.openxmlformats.org/drawingml/2006/main">
              <a:ext uri="{FF2B5EF4-FFF2-40B4-BE49-F238E27FC236}">
                <a16:creationId xmlns:a16="http://schemas.microsoft.com/office/drawing/2014/main" id="{DC38837D-A6B6-4493-B8D8-0035A1388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17">
            <a:extLst xmlns:a="http://schemas.openxmlformats.org/drawingml/2006/main">
              <a:ext uri="{FF2B5EF4-FFF2-40B4-BE49-F238E27FC236}">
                <a16:creationId xmlns:a16="http://schemas.microsoft.com/office/drawing/2014/main" id="{A80ED83D-C0C1-4BB3-9C4A-B813415B28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19367B36-D046-4707-9A5B-E949DC7A8E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282C6D47-22FB-4CD8-BF74-A14D2A974A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8">
            <a:extLst xmlns:a="http://schemas.openxmlformats.org/drawingml/2006/main">
              <a:ext uri="{FF2B5EF4-FFF2-40B4-BE49-F238E27FC236}">
                <a16:creationId xmlns:a16="http://schemas.microsoft.com/office/drawing/2014/main" id="{6FB6D1C6-D1FB-4C69-B117-3D304F47B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18">
            <a:extLst xmlns:a="http://schemas.openxmlformats.org/drawingml/2006/main">
              <a:ext uri="{FF2B5EF4-FFF2-40B4-BE49-F238E27FC236}">
                <a16:creationId xmlns:a16="http://schemas.microsoft.com/office/drawing/2014/main" id="{AA6E3E59-00D8-4C32-9484-D34B77A65A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18">
            <a:extLst xmlns:a="http://schemas.openxmlformats.org/drawingml/2006/main">
              <a:ext uri="{FF2B5EF4-FFF2-40B4-BE49-F238E27FC236}">
                <a16:creationId xmlns:a16="http://schemas.microsoft.com/office/drawing/2014/main" id="{3D89D9B2-384C-4262-A4E4-9A5F4C82A9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18">
            <a:extLst xmlns:a="http://schemas.openxmlformats.org/drawingml/2006/main">
              <a:ext uri="{FF2B5EF4-FFF2-40B4-BE49-F238E27FC236}">
                <a16:creationId xmlns:a16="http://schemas.microsoft.com/office/drawing/2014/main" id="{39FF7B18-16DE-496C-BE42-AB7E7E7FEA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8">
            <a:extLst xmlns:a="http://schemas.openxmlformats.org/drawingml/2006/main">
              <a:ext uri="{FF2B5EF4-FFF2-40B4-BE49-F238E27FC236}">
                <a16:creationId xmlns:a16="http://schemas.microsoft.com/office/drawing/2014/main" id="{5D7CD5F0-12C8-4CD5-B7C0-9C0B86F50F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18">
            <a:extLst xmlns:a="http://schemas.openxmlformats.org/drawingml/2006/main">
              <a:ext uri="{FF2B5EF4-FFF2-40B4-BE49-F238E27FC236}">
                <a16:creationId xmlns:a16="http://schemas.microsoft.com/office/drawing/2014/main" id="{3194AA73-E91E-4475-8E8A-C47DB8145F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9">
            <a:extLst xmlns:a="http://schemas.openxmlformats.org/drawingml/2006/main">
              <a:ext uri="{FF2B5EF4-FFF2-40B4-BE49-F238E27FC236}">
                <a16:creationId xmlns:a16="http://schemas.microsoft.com/office/drawing/2014/main" id="{EACB9A54-A039-427C-9ABF-BFFB8FAE1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19">
            <a:extLst xmlns:a="http://schemas.openxmlformats.org/drawingml/2006/main">
              <a:ext uri="{FF2B5EF4-FFF2-40B4-BE49-F238E27FC236}">
                <a16:creationId xmlns:a16="http://schemas.microsoft.com/office/drawing/2014/main" id="{2E7B9E03-AB99-4231-B39C-ECEFA8939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19">
            <a:extLst xmlns:a="http://schemas.openxmlformats.org/drawingml/2006/main">
              <a:ext uri="{FF2B5EF4-FFF2-40B4-BE49-F238E27FC236}">
                <a16:creationId xmlns:a16="http://schemas.microsoft.com/office/drawing/2014/main" id="{B47D2F3C-C627-4899-8E34-9682BFBF41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19">
            <a:extLst xmlns:a="http://schemas.openxmlformats.org/drawingml/2006/main">
              <a:ext uri="{FF2B5EF4-FFF2-40B4-BE49-F238E27FC236}">
                <a16:creationId xmlns:a16="http://schemas.microsoft.com/office/drawing/2014/main" id="{44F69D2C-FBF3-4A6A-8715-9B3E4EFDA8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19">
            <a:extLst xmlns:a="http://schemas.openxmlformats.org/drawingml/2006/main">
              <a:ext uri="{FF2B5EF4-FFF2-40B4-BE49-F238E27FC236}">
                <a16:creationId xmlns:a16="http://schemas.microsoft.com/office/drawing/2014/main" id="{B5380169-C492-4FD1-95A3-8793EBAE1C5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9">
            <a:extLst xmlns:a="http://schemas.openxmlformats.org/drawingml/2006/main">
              <a:ext uri="{FF2B5EF4-FFF2-40B4-BE49-F238E27FC236}">
                <a16:creationId xmlns:a16="http://schemas.microsoft.com/office/drawing/2014/main" id="{2F5C4E85-4906-4BCC-A160-C82125BAA8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19">
            <a:extLst xmlns:a="http://schemas.openxmlformats.org/drawingml/2006/main">
              <a:ext uri="{FF2B5EF4-FFF2-40B4-BE49-F238E27FC236}">
                <a16:creationId xmlns:a16="http://schemas.microsoft.com/office/drawing/2014/main" id="{8418DE7D-A125-42AF-AB81-E443ABEA33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9" name="Google Shape;49;p19">
            <a:extLst xmlns:a="http://schemas.openxmlformats.org/drawingml/2006/main">
              <a:ext uri="{FF2B5EF4-FFF2-40B4-BE49-F238E27FC236}">
                <a16:creationId xmlns:a16="http://schemas.microsoft.com/office/drawing/2014/main" id="{4FC73EB3-7907-4D39-ADAD-5002C17A7C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0">
            <a:extLst xmlns:a="http://schemas.openxmlformats.org/drawingml/2006/main">
              <a:ext uri="{FF2B5EF4-FFF2-40B4-BE49-F238E27FC236}">
                <a16:creationId xmlns:a16="http://schemas.microsoft.com/office/drawing/2014/main" id="{8ADE58E9-4FE3-4FD8-907D-D6F680397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20">
            <a:extLst xmlns:a="http://schemas.openxmlformats.org/drawingml/2006/main">
              <a:ext uri="{FF2B5EF4-FFF2-40B4-BE49-F238E27FC236}">
                <a16:creationId xmlns:a16="http://schemas.microsoft.com/office/drawing/2014/main" id="{27D06246-3036-483C-B3A5-B29FB993F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20">
            <a:extLst xmlns:a="http://schemas.openxmlformats.org/drawingml/2006/main">
              <a:ext uri="{FF2B5EF4-FFF2-40B4-BE49-F238E27FC236}">
                <a16:creationId xmlns:a16="http://schemas.microsoft.com/office/drawing/2014/main" id="{9CD27A2A-EEB8-4F51-9BE7-7518664FA7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20">
            <a:extLst xmlns:a="http://schemas.openxmlformats.org/drawingml/2006/main">
              <a:ext uri="{FF2B5EF4-FFF2-40B4-BE49-F238E27FC236}">
                <a16:creationId xmlns:a16="http://schemas.microsoft.com/office/drawing/2014/main" id="{A821EB55-7FB5-4486-A0B2-4F78A2B6E6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21">
            <a:extLst xmlns:a="http://schemas.openxmlformats.org/drawingml/2006/main">
              <a:ext uri="{FF2B5EF4-FFF2-40B4-BE49-F238E27FC236}">
                <a16:creationId xmlns:a16="http://schemas.microsoft.com/office/drawing/2014/main" id="{030CFDEC-A60F-4DB7-BAE9-FFA464741E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21">
            <a:extLst xmlns:a="http://schemas.openxmlformats.org/drawingml/2006/main">
              <a:ext uri="{FF2B5EF4-FFF2-40B4-BE49-F238E27FC236}">
                <a16:creationId xmlns:a16="http://schemas.microsoft.com/office/drawing/2014/main" id="{2F460F1A-593E-44EB-9895-8638C561CF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21">
            <a:extLst xmlns:a="http://schemas.openxmlformats.org/drawingml/2006/main">
              <a:ext uri="{FF2B5EF4-FFF2-40B4-BE49-F238E27FC236}">
                <a16:creationId xmlns:a16="http://schemas.microsoft.com/office/drawing/2014/main" id="{E150206F-3DD8-49AC-AAD4-2CA82282F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22">
            <a:extLst xmlns:a="http://schemas.openxmlformats.org/drawingml/2006/main">
              <a:ext uri="{FF2B5EF4-FFF2-40B4-BE49-F238E27FC236}">
                <a16:creationId xmlns:a16="http://schemas.microsoft.com/office/drawing/2014/main" id="{E21151C1-AC28-4FB4-AEB7-E396E8885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22">
            <a:extLst xmlns:a="http://schemas.openxmlformats.org/drawingml/2006/main">
              <a:ext uri="{FF2B5EF4-FFF2-40B4-BE49-F238E27FC236}">
                <a16:creationId xmlns:a16="http://schemas.microsoft.com/office/drawing/2014/main" id="{17CBB031-79F8-4154-AFBF-71C78D49F6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22">
            <a:extLst xmlns:a="http://schemas.openxmlformats.org/drawingml/2006/main">
              <a:ext uri="{FF2B5EF4-FFF2-40B4-BE49-F238E27FC236}">
                <a16:creationId xmlns:a16="http://schemas.microsoft.com/office/drawing/2014/main" id="{324E4525-73CB-4FAB-B999-2730A9E0BF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22">
            <a:extLst xmlns:a="http://schemas.openxmlformats.org/drawingml/2006/main">
              <a:ext uri="{FF2B5EF4-FFF2-40B4-BE49-F238E27FC236}">
                <a16:creationId xmlns:a16="http://schemas.microsoft.com/office/drawing/2014/main" id="{0629B7BA-6428-43E2-8AB9-130751CEB1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22">
            <a:extLst xmlns:a="http://schemas.openxmlformats.org/drawingml/2006/main">
              <a:ext uri="{FF2B5EF4-FFF2-40B4-BE49-F238E27FC236}">
                <a16:creationId xmlns:a16="http://schemas.microsoft.com/office/drawing/2014/main" id="{AD0DCDB4-8636-4CD4-BACB-CD1949769D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22">
            <a:extLst xmlns:a="http://schemas.openxmlformats.org/drawingml/2006/main">
              <a:ext uri="{FF2B5EF4-FFF2-40B4-BE49-F238E27FC236}">
                <a16:creationId xmlns:a16="http://schemas.microsoft.com/office/drawing/2014/main" id="{2E0AB490-5860-47E2-9A6E-FE3BF45532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23">
            <a:extLst xmlns:a="http://schemas.openxmlformats.org/drawingml/2006/main">
              <a:ext uri="{FF2B5EF4-FFF2-40B4-BE49-F238E27FC236}">
                <a16:creationId xmlns:a16="http://schemas.microsoft.com/office/drawing/2014/main" id="{57564245-D8A2-43B9-9D85-D6B368E28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23">
            <a:extLst xmlns:a="http://schemas.openxmlformats.org/drawingml/2006/main">
              <a:ext uri="{FF2B5EF4-FFF2-40B4-BE49-F238E27FC236}">
                <a16:creationId xmlns:a16="http://schemas.microsoft.com/office/drawing/2014/main" id="{B84E413E-8BCE-4B4D-9AEF-A2A4A5CC87A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9" name="Google Shape;69;p23">
            <a:extLst xmlns:a="http://schemas.openxmlformats.org/drawingml/2006/main">
              <a:ext uri="{FF2B5EF4-FFF2-40B4-BE49-F238E27FC236}">
                <a16:creationId xmlns:a16="http://schemas.microsoft.com/office/drawing/2014/main" id="{414D2EF9-0DBA-413B-B9E6-0D9E6130EA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23">
            <a:extLst xmlns:a="http://schemas.openxmlformats.org/drawingml/2006/main">
              <a:ext uri="{FF2B5EF4-FFF2-40B4-BE49-F238E27FC236}">
                <a16:creationId xmlns:a16="http://schemas.microsoft.com/office/drawing/2014/main" id="{3452689C-006F-48CA-B07B-E78502A975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23">
            <a:extLst xmlns:a="http://schemas.openxmlformats.org/drawingml/2006/main">
              <a:ext uri="{FF2B5EF4-FFF2-40B4-BE49-F238E27FC236}">
                <a16:creationId xmlns:a16="http://schemas.microsoft.com/office/drawing/2014/main" id="{BB374689-34C0-4065-AC1E-E7C8738AAE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23">
            <a:extLst xmlns:a="http://schemas.openxmlformats.org/drawingml/2006/main">
              <a:ext uri="{FF2B5EF4-FFF2-40B4-BE49-F238E27FC236}">
                <a16:creationId xmlns:a16="http://schemas.microsoft.com/office/drawing/2014/main" id="{312D6620-C460-4618-BB7A-7B707CBE76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24">
            <a:extLst xmlns:a="http://schemas.openxmlformats.org/drawingml/2006/main">
              <a:ext uri="{FF2B5EF4-FFF2-40B4-BE49-F238E27FC236}">
                <a16:creationId xmlns:a16="http://schemas.microsoft.com/office/drawing/2014/main" id="{1CF3BBAE-F8C9-4215-B8C3-EEBAFAC44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24">
            <a:extLst xmlns:a="http://schemas.openxmlformats.org/drawingml/2006/main">
              <a:ext uri="{FF2B5EF4-FFF2-40B4-BE49-F238E27FC236}">
                <a16:creationId xmlns:a16="http://schemas.microsoft.com/office/drawing/2014/main" id="{B0E86449-5640-4B3E-8CDF-D1B77B1835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24">
            <a:extLst xmlns:a="http://schemas.openxmlformats.org/drawingml/2006/main">
              <a:ext uri="{FF2B5EF4-FFF2-40B4-BE49-F238E27FC236}">
                <a16:creationId xmlns:a16="http://schemas.microsoft.com/office/drawing/2014/main" id="{BD5FFCE3-2016-4580-B922-33CB8B819A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24">
            <a:extLst xmlns:a="http://schemas.openxmlformats.org/drawingml/2006/main">
              <a:ext uri="{FF2B5EF4-FFF2-40B4-BE49-F238E27FC236}">
                <a16:creationId xmlns:a16="http://schemas.microsoft.com/office/drawing/2014/main" id="{70F886A3-1CBA-4453-B054-A2B3997415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24">
            <a:extLst xmlns:a="http://schemas.openxmlformats.org/drawingml/2006/main">
              <a:ext uri="{FF2B5EF4-FFF2-40B4-BE49-F238E27FC236}">
                <a16:creationId xmlns:a16="http://schemas.microsoft.com/office/drawing/2014/main" id="{E7119450-EE33-40A1-B0D9-8913A38DD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5">
            <a:extLst xmlns:a="http://schemas.openxmlformats.org/drawingml/2006/main">
              <a:ext uri="{FF2B5EF4-FFF2-40B4-BE49-F238E27FC236}">
                <a16:creationId xmlns:a16="http://schemas.microsoft.com/office/drawing/2014/main" id="{763EFD52-A136-45BB-938A-E14CC87500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25">
            <a:extLst xmlns:a="http://schemas.openxmlformats.org/drawingml/2006/main">
              <a:ext uri="{FF2B5EF4-FFF2-40B4-BE49-F238E27FC236}">
                <a16:creationId xmlns:a16="http://schemas.microsoft.com/office/drawing/2014/main" id="{03D0AFAC-79B7-4F82-925E-ECD96EFEFB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25">
            <a:extLst xmlns:a="http://schemas.openxmlformats.org/drawingml/2006/main">
              <a:ext uri="{FF2B5EF4-FFF2-40B4-BE49-F238E27FC236}">
                <a16:creationId xmlns:a16="http://schemas.microsoft.com/office/drawing/2014/main" id="{BDC9F2DA-C23C-4F38-BFE1-3988296E93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25">
            <a:extLst xmlns:a="http://schemas.openxmlformats.org/drawingml/2006/main">
              <a:ext uri="{FF2B5EF4-FFF2-40B4-BE49-F238E27FC236}">
                <a16:creationId xmlns:a16="http://schemas.microsoft.com/office/drawing/2014/main" id="{9FA32285-70B9-4D42-BE07-C55A92E9D6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25">
            <a:extLst xmlns:a="http://schemas.openxmlformats.org/drawingml/2006/main">
              <a:ext uri="{FF2B5EF4-FFF2-40B4-BE49-F238E27FC236}">
                <a16:creationId xmlns:a16="http://schemas.microsoft.com/office/drawing/2014/main" id="{387CF194-91EA-403E-A076-FAF6BB385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0751c733c4874" /><Relationship Type="http://schemas.openxmlformats.org/officeDocument/2006/relationships/slideLayout" Target="/ppt/slideLayouts/slideLayout1.xml" Id="R08dbee7f4ddf4a4c" /><Relationship Type="http://schemas.openxmlformats.org/officeDocument/2006/relationships/slideLayout" Target="/ppt/slideLayouts/slideLayout2.xml" Id="Rb776f61b4e324f84" /><Relationship Type="http://schemas.openxmlformats.org/officeDocument/2006/relationships/slideLayout" Target="/ppt/slideLayouts/slideLayout3.xml" Id="R838152322c8d4d7c" /><Relationship Type="http://schemas.openxmlformats.org/officeDocument/2006/relationships/slideLayout" Target="/ppt/slideLayouts/slideLayout4.xml" Id="Rcc2f678ec82346dd" /><Relationship Type="http://schemas.openxmlformats.org/officeDocument/2006/relationships/slideLayout" Target="/ppt/slideLayouts/slideLayout5.xml" Id="R9fd41ea7616c473b" /><Relationship Type="http://schemas.openxmlformats.org/officeDocument/2006/relationships/slideLayout" Target="/ppt/slideLayouts/slideLayout6.xml" Id="Ra953a88eef65405d" /><Relationship Type="http://schemas.openxmlformats.org/officeDocument/2006/relationships/slideLayout" Target="/ppt/slideLayouts/slideLayout7.xml" Id="R3913d7f1b04d4713" /><Relationship Type="http://schemas.openxmlformats.org/officeDocument/2006/relationships/slideLayout" Target="/ppt/slideLayouts/slideLayout8.xml" Id="R25b65f93bd514aac" /><Relationship Type="http://schemas.openxmlformats.org/officeDocument/2006/relationships/slideLayout" Target="/ppt/slideLayouts/slideLayout9.xml" Id="Reb36f96fb95049c5" /><Relationship Type="http://schemas.openxmlformats.org/officeDocument/2006/relationships/slideLayout" Target="/ppt/slideLayouts/slideLayout10.xml" Id="Ra03e0fd827a244d7" /><Relationship Type="http://schemas.openxmlformats.org/officeDocument/2006/relationships/slideLayout" Target="/ppt/slideLayouts/slideLayout11.xml" Id="R071a54050af344c3" /><Relationship Type="http://schemas.openxmlformats.org/officeDocument/2006/relationships/slideLayout" Target="/ppt/slideLayouts/slideLayout12.xml" Id="Re437cdd1b0ab402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F32B73E5-AB66-4B66-8C4A-BB1414987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3">
            <a:extLst xmlns:a="http://schemas.openxmlformats.org/drawingml/2006/main">
              <a:ext uri="{FF2B5EF4-FFF2-40B4-BE49-F238E27FC236}">
                <a16:creationId xmlns:a16="http://schemas.microsoft.com/office/drawing/2014/main" id="{F52D543E-F9C7-4394-BED0-F23F363667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3">
            <a:extLst xmlns:a="http://schemas.openxmlformats.org/drawingml/2006/main">
              <a:ext uri="{FF2B5EF4-FFF2-40B4-BE49-F238E27FC236}">
                <a16:creationId xmlns:a16="http://schemas.microsoft.com/office/drawing/2014/main" id="{4271448A-736C-4A65-B36C-B9050B86B7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3">
            <a:extLst xmlns:a="http://schemas.openxmlformats.org/drawingml/2006/main">
              <a:ext uri="{FF2B5EF4-FFF2-40B4-BE49-F238E27FC236}">
                <a16:creationId xmlns:a16="http://schemas.microsoft.com/office/drawing/2014/main" id="{BE04FFA5-D2C5-49F5-B93F-93F8A3B987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3">
            <a:extLst xmlns:a="http://schemas.openxmlformats.org/drawingml/2006/main">
              <a:ext uri="{FF2B5EF4-FFF2-40B4-BE49-F238E27FC236}">
                <a16:creationId xmlns:a16="http://schemas.microsoft.com/office/drawing/2014/main" id="{2BF7CE89-F209-4134-9AB5-8E6F74B12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dbee7f4ddf4a4c"/>
    <p:sldLayoutId xmlns:r="http://schemas.openxmlformats.org/officeDocument/2006/relationships" id="2147483650" r:id="Rb776f61b4e324f84"/>
    <p:sldLayoutId xmlns:r="http://schemas.openxmlformats.org/officeDocument/2006/relationships" id="2147483651" r:id="R838152322c8d4d7c"/>
    <p:sldLayoutId xmlns:r="http://schemas.openxmlformats.org/officeDocument/2006/relationships" id="2147483652" r:id="Rcc2f678ec82346dd"/>
    <p:sldLayoutId xmlns:r="http://schemas.openxmlformats.org/officeDocument/2006/relationships" id="2147483653" r:id="R9fd41ea7616c473b"/>
    <p:sldLayoutId xmlns:r="http://schemas.openxmlformats.org/officeDocument/2006/relationships" id="2147483654" r:id="Ra953a88eef65405d"/>
    <p:sldLayoutId xmlns:r="http://schemas.openxmlformats.org/officeDocument/2006/relationships" id="2147483655" r:id="R3913d7f1b04d4713"/>
    <p:sldLayoutId xmlns:r="http://schemas.openxmlformats.org/officeDocument/2006/relationships" id="2147483656" r:id="R25b65f93bd514aac"/>
    <p:sldLayoutId xmlns:r="http://schemas.openxmlformats.org/officeDocument/2006/relationships" id="2147483657" r:id="Reb36f96fb95049c5"/>
    <p:sldLayoutId xmlns:r="http://schemas.openxmlformats.org/officeDocument/2006/relationships" id="2147483658" r:id="Ra03e0fd827a244d7"/>
    <p:sldLayoutId xmlns:r="http://schemas.openxmlformats.org/officeDocument/2006/relationships" id="2147483659" r:id="R071a54050af344c3"/>
    <p:sldLayoutId xmlns:r="http://schemas.openxmlformats.org/officeDocument/2006/relationships" id="2147483660" r:id="Re437cdd1b0ab402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2bec8e7394e24" /><Relationship Type="http://schemas.openxmlformats.org/officeDocument/2006/relationships/image" Target="/ppt/media/image.png" Id="R22fdf6785e8e4214" /><Relationship Type="http://schemas.openxmlformats.org/officeDocument/2006/relationships/notesSlide" Target="/ppt/notesSlides/notesSlide1.xml" Id="R391a8b72e56f46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00ab3ef4b349b0" /><Relationship Type="http://schemas.openxmlformats.org/officeDocument/2006/relationships/notesSlide" Target="/ppt/notesSlides/notesSlide2.xml" Id="Rf8399e5e135d4d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4c6391c7e0440a" /><Relationship Type="http://schemas.openxmlformats.org/officeDocument/2006/relationships/notesSlide" Target="/ppt/notesSlides/notesSlide3.xml" Id="R273ca24d33d54c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76f278c63e4807" /><Relationship Type="http://schemas.openxmlformats.org/officeDocument/2006/relationships/notesSlide" Target="/ppt/notesSlides/notesSlide4.xml" Id="Rffbb492d675b46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64e5b33d0a4e08" /><Relationship Type="http://schemas.openxmlformats.org/officeDocument/2006/relationships/notesSlide" Target="/ppt/notesSlides/notesSlide5.xml" Id="Rc9cc7e7ec76941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7836901bc9478a" /><Relationship Type="http://schemas.openxmlformats.org/officeDocument/2006/relationships/notesSlide" Target="/ppt/notesSlides/notesSlide6.xml" Id="Racbdc6b1bea54b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06258ee6d4a97" /><Relationship Type="http://schemas.openxmlformats.org/officeDocument/2006/relationships/notesSlide" Target="/ppt/notesSlides/notesSlide7.xml" Id="Rd74a9b509a9546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4fd03ccf944e2d" /><Relationship Type="http://schemas.openxmlformats.org/officeDocument/2006/relationships/notesSlide" Target="/ppt/notesSlides/notesSlide8.xml" Id="R08516e9060534c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cd07a6d8f74665" /><Relationship Type="http://schemas.openxmlformats.org/officeDocument/2006/relationships/notesSlide" Target="/ppt/notesSlides/notesSlide9.xml" Id="Rfa5a5669fa7842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98d4ba1c94a3d" /><Relationship Type="http://schemas.openxmlformats.org/officeDocument/2006/relationships/notesSlide" Target="/ppt/notesSlides/notesSlide10.xml" Id="R386d3ec591ab42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101981f22c42aa" /><Relationship Type="http://schemas.openxmlformats.org/officeDocument/2006/relationships/notesSlide" Target="/ppt/notesSlides/notesSlide11.xml" Id="Rb2d0121d54ad49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b792b24454f1d" /><Relationship Type="http://schemas.openxmlformats.org/officeDocument/2006/relationships/notesSlide" Target="/ppt/notesSlides/notesSlide12.xml" Id="R1e5ba859156946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D0B7C8F5-43DD-47B3-BF45-1B46BE2B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CE2E7EF6-780B-41B7-89C1-DA16D823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5596F777-CC3C-4871-908C-EC46C885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07008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18132D47-7AD5-4628-9781-DBF0DC2F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5D3A3491-6C64-4591-B892-4D152526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24912"/>
            <a:ext cx="6126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3rd Edition</a:t>
            </a:r>
            <a:r>
              <a:rPr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A319BE61-FC0C-4748-8784-2146183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10128"/>
            <a:ext cx="58521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Theme ID - 05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Team Name - </a:t>
            </a: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smoothOperator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College Name - VITV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1 - Maitri Shah</a:t>
            </a:r>
            <a:r>
              <a:rPr sz="1600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Email: maitri.shah2024@vitstudent.ac.in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2 – Aditya Vardhan Kochar, Email: aditya.vardhan2024@vitstudent.ac.in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3 – Adheesh Garg, Email: adheesh.garg2023@vitstudent.ac.in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Submission </a:t>
            </a: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Github</a:t>
            </a:r>
            <a:r>
              <a:rPr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link - https://github.com/Maitri-shah29/Interra</a:t>
            </a:r>
            <a:endParaRPr/>
          </a:p>
          <a:p xmlns:a="http://schemas.openxmlformats.org/drawingml/2006/main">
            <a:pPr marL="177800" marR="0" lvl="0" indent="-76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EFD968A4-94B8-47BD-A5B9-87C30C658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fdf6785e8e42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59168" y="1051560"/>
            <a:ext cx="4572000" cy="457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53513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538EB436-3FDF-4759-B6C8-C07FA4245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Theme</a:t>
            </a:r>
            <a:endParaRPr/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7653D438-3682-4F61-A905-91641628B3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People interrupt, hesitate, and correct themselves while an assistant is still working.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Interra stays in the conversation, runs tools in the background, and drops work the latest words made obsolete.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It must not claim a task is finished before the tool result exists, and it must not repeat a state-changing action.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scored set is Full-Duplex-Bench v3: 100 human recordings, 79 scenarios, 12 mock tools, and chains of one, two, or three calls.</a:t>
            </a:r>
          </a:p>
        </p:txBody>
      </p:sp>
    </p:spTree>
    <p:extLst>
      <p:ext uri="{BB962C8B-B14F-4D97-AF65-F5344CB8AC3E}">
        <p14:creationId xmlns:p14="http://schemas.microsoft.com/office/powerpoint/2010/main" val="12315373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3">
            <a:extLst xmlns:a="http://schemas.openxmlformats.org/drawingml/2006/main">
              <a:ext uri="{FF2B5EF4-FFF2-40B4-BE49-F238E27FC236}">
                <a16:creationId xmlns:a16="http://schemas.microsoft.com/office/drawing/2014/main" id="{44474158-13E2-40C6-B544-612DCDE6E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>
            <a:extLst xmlns:a="http://schemas.openxmlformats.org/drawingml/2006/main">
              <a:ext uri="{FF2B5EF4-FFF2-40B4-BE49-F238E27FC236}">
                <a16:creationId xmlns:a16="http://schemas.microsoft.com/office/drawing/2014/main" id="{39EDC39F-75A5-4E90-B26F-48CE82894D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 half-duplex assistant listens, then thinks, then speaks. A correction during that wait is easy to miss.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 stale tool call can search, book, or change the wrong thing, or perform the same change twice.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Published full-duplex systems still lose score on self-corrections and multi-step tool chains.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Interra targets that gap: latest intent wins, tool results ground the reply, and each conversation starts fresh.</a:t>
            </a:r>
          </a:p>
        </p:txBody>
      </p:sp>
    </p:spTree>
    <p:extLst>
      <p:ext uri="{BB962C8B-B14F-4D97-AF65-F5344CB8AC3E}">
        <p14:creationId xmlns:p14="http://schemas.microsoft.com/office/powerpoint/2010/main" val="2003619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A3077653-B53C-4092-867A-21EC9E769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9917" y="266513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C3380D93-6662-4EC8-8465-29939D51AC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Silero VAD finds speech. LiveKit Inference Deepgram Nova-3 transcribes it.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LiveKit Inference GPT-4.1 mini chooses tools. Ollama Qwen 3 8B is an optional local fallback.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12 official mock tools run outside the event loop. LiveKit Inference Cartesia Sonic-3 speaks the result.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coordination runtime cancels obsolete work, rejects stale results, and blocks duplicate state changes.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Each benchmark room closes its session and worker job so speech connections are not left open.</a:t>
            </a:r>
          </a:p>
        </p:txBody>
      </p:sp>
    </p:spTree>
    <p:extLst>
      <p:ext uri="{BB962C8B-B14F-4D97-AF65-F5344CB8AC3E}">
        <p14:creationId xmlns:p14="http://schemas.microsoft.com/office/powerpoint/2010/main" val="9827566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C58BABAC-1978-410A-921E-42357ACA6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6059DEB1-51C2-426A-AAE1-49CBFCC41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One command runs the benchmark: python scripts/fdb_v3.py all --force.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Demo: https://cursor.com/artifacts/v/art-65efdeb4-9b6f-4416-839a-875b82833f5a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extension is a second LiveKit session: python -m agent.extension_livekit start.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That session attaches only the latest camera frame to the next spoken turn. A newer frame replaces an older one.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camera session does not register the 12 benchmark tools.</a:t>
            </a:r>
          </a:p>
        </p:txBody>
      </p:sp>
    </p:spTree>
    <p:extLst>
      <p:ext uri="{BB962C8B-B14F-4D97-AF65-F5344CB8AC3E}">
        <p14:creationId xmlns:p14="http://schemas.microsoft.com/office/powerpoint/2010/main" val="15062856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6">
            <a:extLst xmlns:a="http://schemas.openxmlformats.org/drawingml/2006/main">
              <a:ext uri="{FF2B5EF4-FFF2-40B4-BE49-F238E27FC236}">
                <a16:creationId xmlns:a16="http://schemas.microsoft.com/office/drawing/2014/main" id="{0A5117A9-3D4A-4B0C-BC0B-BC5DD55CF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>
            <a:extLst xmlns:a="http://schemas.openxmlformats.org/drawingml/2006/main">
              <a:ext uri="{FF2B5EF4-FFF2-40B4-BE49-F238E27FC236}">
                <a16:creationId xmlns:a16="http://schemas.microsoft.com/office/drawing/2014/main" id="{B8F3520E-0A9D-48DC-9AE5-DF10840D23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Python 3.11 or 3.12. Dependencies are listed in requirements.txt.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LiveKit Agents. Credentials are LIVEKIT_URL, LIVEKIT_API_KEY, and LIVEKIT_API_SECRET. Keys stay out of Git.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Speech: LiveKit Inference deepgram/nova-3 and cartesia/sonic-3.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Tool calling: LiveKit Inference openai/gpt-4.1-mini.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Benchmark pin: DanielLin94144/Full-Duplex-Bench commit 3e799c45a045256f47d5f1c9cda90157e2d2ec9e, directory v3.</a:t>
            </a:r>
          </a:p>
        </p:txBody>
      </p:sp>
    </p:spTree>
    <p:extLst>
      <p:ext uri="{BB962C8B-B14F-4D97-AF65-F5344CB8AC3E}">
        <p14:creationId xmlns:p14="http://schemas.microsoft.com/office/powerpoint/2010/main" val="1913267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ECA51392-4041-4C03-B1C3-CA29186BF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A2295B85-2779-415F-88F4-683A81758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extension is camera-assisted device troubleshooting, outside the benchmark domains.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person can correct the device or the symptom while the camera is on.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agent uses the latest frame together with the latest words, and asks for a closer view when the image is unclear.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It does not claim a repair is complete.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use case counts when a 3 to 5 minute video shows this session working, after a benchmark interruption.</a:t>
            </a:r>
          </a:p>
        </p:txBody>
      </p:sp>
    </p:spTree>
    <p:extLst>
      <p:ext uri="{BB962C8B-B14F-4D97-AF65-F5344CB8AC3E}">
        <p14:creationId xmlns:p14="http://schemas.microsoft.com/office/powerpoint/2010/main" val="2017021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7649EE9F-21E6-4448-B72C-E7851D489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Measured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2537A913-17E0-4965-8879-DB3EC5B577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Latest completed run: 2026-10-04. GPT-4.1 mini with LiveKit Inference speech. Strict pass 70/100. Turn-take 100/100. Silent 0.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Tool selection 93.4%. Argument accuracy 76.3%. Both across all 100 recordings, scored by the pinned official evaluator.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Mean response latency 4.452 seconds, excluding 3 interruptions among 100 turn-taken recordings.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Failures: 13 wrong tools, 17 wrong arguments. All 152 traced tool calls completed.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LLM quality judge was disabled. 29 recordings hit by a provider credit outage were re-recorded with the same code. All 100 result files are archived.</a:t>
            </a:r>
          </a:p>
        </p:txBody>
      </p:sp>
    </p:spTree>
    <p:extLst>
      <p:ext uri="{BB962C8B-B14F-4D97-AF65-F5344CB8AC3E}">
        <p14:creationId xmlns:p14="http://schemas.microsoft.com/office/powerpoint/2010/main" val="1474153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27E8DBCF-BABD-4DF7-BC38-4E8F74177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87C41A1C-B206-4D3D-AC07-30C65F4104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Verified improvement: strict passes 31 to 43 to 70, turn-takes 58 to 90 to 100, across the September 30, October 1 and October 4 runs.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Run repeated full evaluations in single sessions with enough inference credit before making repeatability claims.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Improve housing and travel arguments (69.9% and 68.3%) and three-step tool chains.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Complete organizer quality judging. Current figures cover automated benchmark metrics only.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Demo: https://cursor.com/artifacts/v/art-65efdeb4-9b6f-4416-839a-875b82833f5a</a:t>
            </a:r>
          </a:p>
        </p:txBody>
      </p:sp>
    </p:spTree>
    <p:extLst>
      <p:ext uri="{BB962C8B-B14F-4D97-AF65-F5344CB8AC3E}">
        <p14:creationId xmlns:p14="http://schemas.microsoft.com/office/powerpoint/2010/main" val="16109168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10">
            <a:extLst xmlns:a="http://schemas.openxmlformats.org/drawingml/2006/main">
              <a:ext uri="{FF2B5EF4-FFF2-40B4-BE49-F238E27FC236}">
                <a16:creationId xmlns:a16="http://schemas.microsoft.com/office/drawing/2014/main" id="{FD6FC7EE-2FC3-4326-9829-2DB809CCBE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Differentiation (Brownie Points)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>
            <a:extLst xmlns:a="http://schemas.openxmlformats.org/drawingml/2006/main">
              <a:ext uri="{FF2B5EF4-FFF2-40B4-BE49-F238E27FC236}">
                <a16:creationId xmlns:a16="http://schemas.microsoft.com/office/drawing/2014/main" id="{738C10CB-70CE-48B1-9E4F-524CF5A925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Official mock tools are called as written. Benchmark answers are not stored in the prompt or the code.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Each conversation starts with empty session state. Nothing is cached from the previous recording.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 tool result from an old plan cannot complete a request the person has already replaced.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Hosted models are declared. Evaluation does not call a team-owned server.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Reproduction is one command after the LiveKit credentials and the pinned benchmark checkout.</a:t>
            </a:r>
          </a:p>
        </p:txBody>
      </p:sp>
    </p:spTree>
    <p:extLst>
      <p:ext uri="{BB962C8B-B14F-4D97-AF65-F5344CB8AC3E}">
        <p14:creationId xmlns:p14="http://schemas.microsoft.com/office/powerpoint/2010/main" val="16837381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11">
            <a:extLst xmlns:a="http://schemas.openxmlformats.org/drawingml/2006/main">
              <a:ext uri="{FF2B5EF4-FFF2-40B4-BE49-F238E27FC236}">
                <a16:creationId xmlns:a16="http://schemas.microsoft.com/office/drawing/2014/main" id="{EC49F042-5C48-4279-A5CD-72AD21649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>
            <a:extLst xmlns:a="http://schemas.openxmlformats.org/drawingml/2006/main">
              <a:ext uri="{FF2B5EF4-FFF2-40B4-BE49-F238E27FC236}">
                <a16:creationId xmlns:a16="http://schemas.microsoft.com/office/drawing/2014/main" id="{D44452B6-AB08-430A-B454-8B503593F0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sz="2800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Working prototype code — public or shared GitHub repo (Y) https://github.com/Maitri-shah29/Interra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sz="2800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README with reproducible setup instructions (Y)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sz="2800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Demo video (Y) https://cursor.com/artifacts/v/art-65efdeb4-9b6f-4416-839a-875b82833f5a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sz="2800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Presentation file (PPT or PDF) (Y) docs/Interra_Theme05.pptx</a:t>
            </a:r>
            <a:endParaRPr sz="2800"/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3462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Google Shape;162;p12">
            <a:extLst xmlns:a="http://schemas.openxmlformats.org/drawingml/2006/main">
              <a:ext uri="{FF2B5EF4-FFF2-40B4-BE49-F238E27FC236}">
                <a16:creationId xmlns:a16="http://schemas.microsoft.com/office/drawing/2014/main" id="{C2F3D828-82A9-49FA-B543-80A338B5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81" y="3730214"/>
            <a:ext cx="676656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12">
            <a:extLst xmlns:a="http://schemas.openxmlformats.org/drawingml/2006/main">
              <a:ext uri="{FF2B5EF4-FFF2-40B4-BE49-F238E27FC236}">
                <a16:creationId xmlns:a16="http://schemas.microsoft.com/office/drawing/2014/main" id="{34B3C8AF-8ABB-4222-8A0F-7CB8350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97880"/>
            <a:ext cx="10607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23754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2026-10-04T18:46:28.0930000Z</dcterms:created>
  <dcterms:modified xsi:type="dcterms:W3CDTF">2026-10-04T18:46:28.0930000Z</dcterms:modified>
</coreProperties>
</file>